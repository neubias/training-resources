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3809-6444-8E9E-14D6-E2F2B7FF1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F955F-BA1E-7708-DFBA-260F9B81C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81D56-AF21-10C5-BE10-768925EE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7482E-53B1-1476-ABC9-E5F53872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0A043-0331-B35F-CD03-B7B438CA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43405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C765-708B-833E-A45C-5ED5464D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E5E2A-DA68-5329-E3DF-1B382C476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87ADC-F3CE-6EA0-E6E8-75C92AF1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75FDC-6170-F46A-03E2-002AB783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127AE-3062-CD3D-BA93-71270A9F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9374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2F35-635E-6121-04DE-5F0B75BD4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94824-AE31-FD16-C6DC-4BCE7266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EFAC4-6F61-8576-621A-BF4F268B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11261-2285-AB9E-7606-CB2E5520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57146-DAB6-EE61-CD87-B9D475D1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1482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DDF1-1B39-75A5-919B-0BBA6F521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B6B73-F7A4-2423-9451-FE3874597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31CAD-3430-3BF6-DE21-39A7CAC00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B0438-CE6A-B229-7800-9F865CA28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223E3-495A-CE41-D482-71A325B2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41535-9CD6-0130-FD45-4311F0F2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54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472C-62A5-6488-B674-6B6F51FB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646B1-9690-180C-B463-3BB797181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D0E43-F273-F629-03D7-A71A2AA2E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29EC8-FCFC-41CB-BD01-07B16752C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859F5-CF5D-FE8A-8A55-121B847DD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D3FFC-1623-2257-EC83-5440C145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BED8C5-95E4-610A-E795-A2522707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6E63A-7042-02CB-08C6-301A57A3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8760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D208-2E8F-99DB-33C1-B0D29828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33FF8-D111-E74F-075F-5C2C2ADE6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E436D-555D-3951-7EDA-7A8563DB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E10FE-99EF-4074-78A0-17FB51F1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1436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86FD6-8F61-E604-2550-AF3B789E4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34DF64-C378-2CBF-B032-BF128180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2D84C-4463-9BA9-A1E3-2C24F5FE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86935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6167-E2A8-84E4-73A7-1AB8841D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381F2-0424-2D21-C1DE-A8BA67034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1E02F-A7A6-5826-E266-241DEDCA8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8E162-07FF-359A-8A9F-412FC4BB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B1D98-90B0-EA7F-248B-13A6AE261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DF2F6-5034-7C57-1BAA-A62CC8DE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0517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E0CE-E505-176F-0EEA-5F60A7C2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8D92F8-C152-CC92-7E79-482F38868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1C563-C1A3-E4FB-8590-681449F47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E015-4DD0-A778-9FDF-BD3B8002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223FB-5F26-914E-0503-9CEF24C1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714E0-D758-0EC1-598E-71751EEE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9935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8376-0EDA-598D-A6C6-EA2AC120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2E5DC-395A-F23C-8530-8BAB80C7A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5B67C-EB90-066D-4712-8943B0BE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67F87-A517-6E9D-2F49-E68AA673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7DFF5-D51B-8743-4E0C-843521D5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08489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DF2C0A-6438-2CC8-2C96-91ADDC66C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7A263-683E-B89C-5588-5673B5A3C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43DA4-2F91-67DA-91F2-BDF9AC90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C9650-7C91-B97D-F31A-2E8DA179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E229A-DF3D-0B69-8A31-C0D729E2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348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7413C-7CE4-376D-881E-885B3971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5C503-AC0E-71FB-BEE4-74BF15561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16DC3-A4E6-11DF-C55A-1FF21F6F3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DD28-0A48-0E47-898B-1110AC508CAE}" type="datetimeFigureOut">
              <a:rPr lang="en-DE" smtClean="0"/>
              <a:t>23.02.26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AC48C-0603-6580-E6A6-21650FE8A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3CB26-D4EE-BAF8-2048-6444FAAD5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679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143A-B4F7-C5A0-A1A2-49B393710C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PSF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34E60-4D97-F6E0-64A5-3D790E1EBE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6851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B5CEE5-4F53-D85F-3622-88FAE171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495300"/>
            <a:ext cx="64008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689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PSF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Tischer</dc:creator>
  <cp:lastModifiedBy>Christian Tischer</cp:lastModifiedBy>
  <cp:revision>2</cp:revision>
  <dcterms:created xsi:type="dcterms:W3CDTF">2026-02-23T13:11:52Z</dcterms:created>
  <dcterms:modified xsi:type="dcterms:W3CDTF">2026-02-23T14:31:24Z</dcterms:modified>
</cp:coreProperties>
</file>