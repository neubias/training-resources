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2" r:id="rId2"/>
    <p:sldId id="266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43"/>
  </p:normalViewPr>
  <p:slideViewPr>
    <p:cSldViewPr snapToGrid="0" snapToObjects="1">
      <p:cViewPr varScale="1">
        <p:scale>
          <a:sx n="125" d="100"/>
          <a:sy n="125" d="100"/>
        </p:scale>
        <p:origin x="2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FCDE8-9265-274C-B63C-E407950C8DE1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CA9BA-AA2F-3F49-BAEC-998B0713EE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05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39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6440F8D-E465-866C-FF1D-803423C0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>
            <a:extLst>
              <a:ext uri="{FF2B5EF4-FFF2-40B4-BE49-F238E27FC236}">
                <a16:creationId xmlns:a16="http://schemas.microsoft.com/office/drawing/2014/main" id="{14DF1287-5D11-C013-63A8-2644BFE82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>
            <a:extLst>
              <a:ext uri="{FF2B5EF4-FFF2-40B4-BE49-F238E27FC236}">
                <a16:creationId xmlns:a16="http://schemas.microsoft.com/office/drawing/2014/main" id="{66C5C8B7-BDD0-757B-7E7E-8DA21573A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0691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4148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F3BA-B0B2-DA4A-9E2F-E7D397933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DE899-46D0-6A43-BA19-C96059A94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4908E-694B-0F4B-9FEA-E181A246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D182D-5BED-B944-A380-818D6B28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B5729-31E1-D94D-A8EF-70126A38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13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68C0-711D-D343-A4D1-CD0636C7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94BF-5829-6147-9CE4-53DC82D2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37F7E-0285-AB42-8693-85954F4D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FEBE1-A046-B645-A3F3-9C14DDB3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914C8-6184-F440-9459-1CA11DB0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78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CDAB-9098-524D-B6F9-C33C616F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63893-442F-B540-AC90-6064E7E3B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59522-BFC1-A240-AFFD-CA508A18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F06C-1B0A-904C-8FF7-BB2B18A3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D9487-E46C-4844-A21A-F4531990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363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54E9-7C54-2F46-9ED4-8934F6E6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2C11-D305-C34C-86D7-656B24221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42EB2-BC61-C348-A0EA-542E4E549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0F50-983D-894D-BCD3-BC9D18A2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832F9-2045-C247-AAB7-5D9A0EBC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8F4BA-1673-3940-B725-B528D2EF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71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984AA-F600-FB42-A772-56A2BC50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68098-887C-0B4B-9DBD-0E49D7BA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16710-4995-C844-AEC4-E21CEF3AC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89951-6857-B44A-AB69-B7C4D81A1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5A5B9-1FD7-A941-BCAE-88320429D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2F04B-BC82-6B4D-853B-5AC33BD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3FD09-3D47-0845-BB24-A75D1F5C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48CB4D-5C06-EC40-96DA-1683331D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19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B8FD-D33E-9940-9A7C-67B6FD7B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BF750-A4EC-FC46-8B03-DFB5F4F4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C4A63-055F-2C40-BECD-B5525F5F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02800-1FA1-A04F-B819-1BFE62E1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583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62695-3B69-9A4A-B987-537E57A3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57F23-3BFE-8B4C-8661-9D931977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A51A7-02E8-E742-BA69-CD432F55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70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A2FD0-442A-1849-965D-36F016A8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26CA-C0E8-944B-90C5-94152D509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0DE95-4F5A-FB4B-A658-16C19583A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EAD4E-8D0D-364E-B362-E39D1005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63AFB-50D3-8440-9081-9DDE1E38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A3D5C-DFDF-0E48-B20F-719A0659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67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5C72-B1E8-0C44-A766-22F6E1EF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EFFE5-C227-924E-941F-504CB8DDB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C68BF-1C8E-D74C-9885-B7FA5231E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37E35-68FD-9749-AFAA-286ED06E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7C6D4-993F-864F-927E-B7B5B984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3304A-A66F-5048-96D6-0A972781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16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E0C2-21DB-6541-B95E-AD70F61D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68D06-0B12-0945-925E-7F93FCA68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3BBEE-2ADC-5D4F-8E51-B62D616D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9BD74-7AE8-1142-AB5F-070C2B5A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0C936-7A27-104D-934A-356210D9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07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5C397-AA4F-B14E-BB15-75D7970CB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17540-EE2E-6F49-9559-CFB4D6C76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DD546-D932-A244-863A-727EA78E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59D70-A1E4-814D-AB01-6570F99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A20E4-70C2-C542-B247-B15EBEB9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821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1" cy="7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1" cy="455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t" anchorCtr="0"/>
          <a:lstStyle>
            <a:lvl1pPr marL="228600" lvl="0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457200" lvl="1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2pPr>
            <a:lvl3pPr marL="685800" lvl="2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3pPr>
            <a:lvl4pPr marL="914400" lvl="3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4pPr>
            <a:lvl5pPr marL="1143000" lvl="4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5pPr>
            <a:lvl6pPr marL="1371600" lvl="5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6pPr>
            <a:lvl7pPr marL="1600200" lvl="6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7pPr>
            <a:lvl8pPr marL="1828800" lvl="7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/>
            </a:lvl8pPr>
            <a:lvl9pPr marL="20574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594419" y="6262398"/>
            <a:ext cx="433792" cy="43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243775" rIns="243775" bIns="2437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600"/>
              <a:buFont typeface="Arial"/>
              <a:buNone/>
              <a:defRPr sz="1300">
                <a:solidFill>
                  <a:srgbClr val="ADADAD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7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28423-CBDC-1A40-9BD6-0D37F868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16470-80FA-EB43-A6D8-84EBAE97B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79434-A90F-1C4C-81F2-92D631E7D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B7DA0-53A4-8447-B8D4-5B08E7A75C15}" type="datetimeFigureOut">
              <a:rPr lang="de-DE" smtClean="0"/>
              <a:t>29.10.26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B8BF7-F398-5440-B528-2B4F6DE01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8591-EB41-8242-9C42-08BAA54CC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41979-50B6-A341-BAFC-F5FD461808E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846E5-3D55-F441-907F-420B2B28B907}"/>
              </a:ext>
            </a:extLst>
          </p:cNvPr>
          <p:cNvSpPr txBox="1"/>
          <p:nvPr/>
        </p:nvSpPr>
        <p:spPr>
          <a:xfrm>
            <a:off x="2121853" y="365223"/>
            <a:ext cx="900175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8-bit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 = 0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00000101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255 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65535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1000000000000000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32768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4095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signed integer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</a:t>
            </a:r>
            <a:r>
              <a:rPr lang="de-DE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DE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>
                <a:latin typeface="Courier New" panose="02070309020205020404" pitchFamily="49" charset="0"/>
                <a:cs typeface="Courier New" panose="02070309020205020404" pitchFamily="49" charset="0"/>
              </a:rPr>
              <a:t>32768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000000000000100 </a:t>
            </a:r>
            <a:r>
              <a:rPr lang="de-DE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DE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>
                <a:latin typeface="Courier New" panose="02070309020205020404" pitchFamily="49" charset="0"/>
                <a:cs typeface="Courier New" panose="02070309020205020404" pitchFamily="49" charset="0"/>
              </a:rPr>
              <a:t>32764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32-bit floating point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00000000000000000000010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1.?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aseline="30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24-bit RGB</a:t>
            </a:r>
          </a:p>
          <a:p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01000000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(</a:t>
            </a:r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de-DE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26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060284A-1A55-8BED-9DB8-F8DB32D3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94D13-0624-7449-431C-96EF9AD31851}"/>
              </a:ext>
            </a:extLst>
          </p:cNvPr>
          <p:cNvSpPr txBox="1"/>
          <p:nvPr/>
        </p:nvSpPr>
        <p:spPr>
          <a:xfrm>
            <a:off x="2121853" y="365223"/>
            <a:ext cx="900175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8-bit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 = 0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00000101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255 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65535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1000000000000000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32768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4095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signed integer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000000000000100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32-bit floating point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00000000000000000000010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1.?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aseline="30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24-bit RGB</a:t>
            </a:r>
          </a:p>
          <a:p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01000000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(</a:t>
            </a:r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de-DE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1021A-0249-AD2A-2551-58D152A347FC}"/>
              </a:ext>
            </a:extLst>
          </p:cNvPr>
          <p:cNvSpPr txBox="1"/>
          <p:nvPr/>
        </p:nvSpPr>
        <p:spPr>
          <a:xfrm>
            <a:off x="5394960" y="3911600"/>
            <a:ext cx="172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</a:t>
            </a:r>
            <a:r>
              <a:rPr lang="en-DE" dirty="0"/>
              <a:t>rong decoding</a:t>
            </a:r>
          </a:p>
        </p:txBody>
      </p:sp>
    </p:spTree>
    <p:extLst>
      <p:ext uri="{BB962C8B-B14F-4D97-AF65-F5344CB8AC3E}">
        <p14:creationId xmlns:p14="http://schemas.microsoft.com/office/powerpoint/2010/main" val="153754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4CEF-1C34-9842-98DA-B9793457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http://</a:t>
            </a:r>
            <a:r>
              <a:rPr lang="de-DE" dirty="0" err="1"/>
              <a:t>www.dspguide.com</a:t>
            </a:r>
            <a:r>
              <a:rPr lang="de-DE" dirty="0"/>
              <a:t>/ch4/3.htm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6BC36-9EEF-D340-9AE3-25818BC9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413" y="1727198"/>
            <a:ext cx="6232071" cy="472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4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0C41-CEB7-234A-A5FF-4CA4E286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http://</a:t>
            </a:r>
            <a:r>
              <a:rPr lang="de-DE" dirty="0" err="1"/>
              <a:t>www.davdata.nl</a:t>
            </a:r>
            <a:r>
              <a:rPr lang="de-DE" dirty="0"/>
              <a:t>/</a:t>
            </a:r>
            <a:r>
              <a:rPr lang="de-DE" dirty="0" err="1"/>
              <a:t>math</a:t>
            </a:r>
            <a:r>
              <a:rPr lang="de-DE" dirty="0"/>
              <a:t>/</a:t>
            </a:r>
            <a:r>
              <a:rPr lang="de-DE" dirty="0" err="1"/>
              <a:t>floatingpoint.html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8CFA1F-9E8A-F44E-AD9F-492016D1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2725964"/>
            <a:ext cx="58547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3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2716081" y="129156"/>
            <a:ext cx="6804837" cy="7636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888" tIns="121888" rIns="121888" bIns="121888" rtlCol="0" anchor="t" anchorCtr="0">
            <a:noAutofit/>
          </a:bodyPr>
          <a:lstStyle/>
          <a:p>
            <a:pPr algn="ctr">
              <a:buSzPts val="5800"/>
            </a:pPr>
            <a:r>
              <a:rPr lang="en-US" sz="3300" dirty="0"/>
              <a:t>Data types: more examples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846E5-3D55-F441-907F-420B2B28B907}"/>
              </a:ext>
            </a:extLst>
          </p:cNvPr>
          <p:cNvSpPr txBox="1"/>
          <p:nvPr/>
        </p:nvSpPr>
        <p:spPr>
          <a:xfrm>
            <a:off x="2460900" y="1197430"/>
            <a:ext cx="90017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8-bit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 = 0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00000101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255 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unsigned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65535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1000000000000000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32768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1000111111111111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4095 + 32768 = 36863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signed integer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000000000000100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32-bit floating point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00000000000000000000010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1.?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aseline="30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359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307</Words>
  <Application>Microsoft Macintosh PowerPoint</Application>
  <PresentationFormat>Widescreen</PresentationFormat>
  <Paragraphs>65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http://www.dspguide.com/ch4/3.htm</vt:lpstr>
      <vt:lpstr>http://www.davdata.nl/math/floatingpoint.html</vt:lpstr>
      <vt:lpstr>Data types: more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Pixels / Voxels</dc:title>
  <dc:creator>Microsoft Office User</dc:creator>
  <cp:lastModifiedBy>Microsoft Office User</cp:lastModifiedBy>
  <cp:revision>18</cp:revision>
  <dcterms:created xsi:type="dcterms:W3CDTF">2020-12-14T08:39:49Z</dcterms:created>
  <dcterms:modified xsi:type="dcterms:W3CDTF">2026-10-29T08:50:28Z</dcterms:modified>
</cp:coreProperties>
</file>