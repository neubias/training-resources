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57" r:id="rId4"/>
  </p:sldIdLst>
  <p:sldSz cx="2438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3"/>
  </p:normalViewPr>
  <p:slideViewPr>
    <p:cSldViewPr snapToGrid="0">
      <p:cViewPr varScale="1">
        <p:scale>
          <a:sx n="59" d="100"/>
          <a:sy n="59" d="100"/>
        </p:scale>
        <p:origin x="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20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395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8612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22214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889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20165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0102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565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4182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090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218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DD28-0A48-0E47-898B-1110AC508CAE}" type="datetimeFigureOut">
              <a:rPr lang="en-DE" smtClean="0"/>
              <a:t>6/4/26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73D2D-26E3-074C-B173-28DA1014D3E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173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143A-B4F7-C5A0-A1A2-49B393710C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Sampling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34E60-4D97-F6E0-64A5-3D790E1EBE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6851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D7E45CD5-C655-302B-F473-C844F8784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022" y="8750505"/>
            <a:ext cx="15843976" cy="4791525"/>
          </a:xfrm>
          <a:prstGeom prst="rect">
            <a:avLst/>
          </a:prstGeom>
          <a:ln w="76200">
            <a:solidFill>
              <a:srgbClr val="ED7D31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502DB7A-9AF4-F601-E122-A63696FA9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351" y="1348390"/>
            <a:ext cx="17683922" cy="715879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EB6212F9-33F5-CEBA-C0DC-219589E79639}"/>
              </a:ext>
            </a:extLst>
          </p:cNvPr>
          <p:cNvSpPr/>
          <p:nvPr/>
        </p:nvSpPr>
        <p:spPr>
          <a:xfrm>
            <a:off x="7309278" y="7591820"/>
            <a:ext cx="817754" cy="673965"/>
          </a:xfrm>
          <a:prstGeom prst="rect">
            <a:avLst/>
          </a:prstGeom>
          <a:noFill/>
          <a:ln w="762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8F803BE-1A5A-C931-BA26-BF89BBD97D6B}"/>
              </a:ext>
            </a:extLst>
          </p:cNvPr>
          <p:cNvSpPr/>
          <p:nvPr/>
        </p:nvSpPr>
        <p:spPr>
          <a:xfrm>
            <a:off x="19132659" y="7591820"/>
            <a:ext cx="817754" cy="673965"/>
          </a:xfrm>
          <a:prstGeom prst="rect">
            <a:avLst/>
          </a:prstGeom>
          <a:noFill/>
          <a:ln w="762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549919A-CA4E-6FC7-29CC-E59CCF91A861}"/>
              </a:ext>
            </a:extLst>
          </p:cNvPr>
          <p:cNvSpPr/>
          <p:nvPr/>
        </p:nvSpPr>
        <p:spPr>
          <a:xfrm>
            <a:off x="13220968" y="7591820"/>
            <a:ext cx="817754" cy="673965"/>
          </a:xfrm>
          <a:prstGeom prst="rect">
            <a:avLst/>
          </a:prstGeom>
          <a:noFill/>
          <a:ln w="762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FFB6298C-DC43-A16F-18BA-6CF31927298B}"/>
              </a:ext>
            </a:extLst>
          </p:cNvPr>
          <p:cNvSpPr/>
          <p:nvPr/>
        </p:nvSpPr>
        <p:spPr>
          <a:xfrm>
            <a:off x="5583351" y="-1"/>
            <a:ext cx="17683922" cy="1430215"/>
          </a:xfrm>
          <a:prstGeom prst="leftArrow">
            <a:avLst>
              <a:gd name="adj1" fmla="val 23770"/>
              <a:gd name="adj2" fmla="val 123645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err="1"/>
              <a:t>Pixelsize</a:t>
            </a:r>
            <a:endParaRPr lang="en-US" sz="5400" dirty="0"/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E54CD63A-1782-7EE9-C499-CFE3B82C8D03}"/>
              </a:ext>
            </a:extLst>
          </p:cNvPr>
          <p:cNvSpPr/>
          <p:nvPr/>
        </p:nvSpPr>
        <p:spPr>
          <a:xfrm>
            <a:off x="937201" y="8194854"/>
            <a:ext cx="4245428" cy="417275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0BD1F-C666-55DD-12B4-36A59FFAA199}"/>
              </a:ext>
            </a:extLst>
          </p:cNvPr>
          <p:cNvSpPr txBox="1"/>
          <p:nvPr/>
        </p:nvSpPr>
        <p:spPr>
          <a:xfrm>
            <a:off x="1972982" y="7548523"/>
            <a:ext cx="2173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Resolution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5BEDB-CE9B-06A6-B39A-E69FF0194B42}"/>
              </a:ext>
            </a:extLst>
          </p:cNvPr>
          <p:cNvSpPr txBox="1"/>
          <p:nvPr/>
        </p:nvSpPr>
        <p:spPr>
          <a:xfrm>
            <a:off x="88115" y="12529164"/>
            <a:ext cx="1443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Speed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5640-54DB-0A60-9B68-19B979BA1DE9}"/>
              </a:ext>
            </a:extLst>
          </p:cNvPr>
          <p:cNvSpPr txBox="1"/>
          <p:nvPr/>
        </p:nvSpPr>
        <p:spPr>
          <a:xfrm>
            <a:off x="4329183" y="12529163"/>
            <a:ext cx="20906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Sensitivity</a:t>
            </a:r>
          </a:p>
        </p:txBody>
      </p:sp>
    </p:spTree>
    <p:extLst>
      <p:ext uri="{BB962C8B-B14F-4D97-AF65-F5344CB8AC3E}">
        <p14:creationId xmlns:p14="http://schemas.microsoft.com/office/powerpoint/2010/main" val="395629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3A426F-6095-717A-2CB1-398C6645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591"/>
          <a:stretch>
            <a:fillRect/>
          </a:stretch>
        </p:blipFill>
        <p:spPr>
          <a:xfrm>
            <a:off x="2655551" y="3705491"/>
            <a:ext cx="5565170" cy="49351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9F5DC5-B2DB-223F-1A7A-3600062AC7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291"/>
          <a:stretch>
            <a:fillRect/>
          </a:stretch>
        </p:blipFill>
        <p:spPr>
          <a:xfrm>
            <a:off x="8399179" y="3705491"/>
            <a:ext cx="5522082" cy="4935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54A11E-BE02-EA64-1463-F977354D33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21946"/>
          <a:stretch>
            <a:fillRect/>
          </a:stretch>
        </p:blipFill>
        <p:spPr>
          <a:xfrm>
            <a:off x="14099699" y="3705491"/>
            <a:ext cx="5691462" cy="49351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5A3D02-4A41-A4CE-B524-D3D681774FA9}"/>
              </a:ext>
            </a:extLst>
          </p:cNvPr>
          <p:cNvSpPr/>
          <p:nvPr/>
        </p:nvSpPr>
        <p:spPr>
          <a:xfrm>
            <a:off x="7004739" y="8271565"/>
            <a:ext cx="1090570" cy="218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3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399AE8-5820-561F-0797-4EB0412C6B9F}"/>
              </a:ext>
            </a:extLst>
          </p:cNvPr>
          <p:cNvSpPr/>
          <p:nvPr/>
        </p:nvSpPr>
        <p:spPr>
          <a:xfrm>
            <a:off x="12686963" y="8271565"/>
            <a:ext cx="1090570" cy="218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3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DB40B4-9E24-AF53-F357-E5129F83EBA0}"/>
              </a:ext>
            </a:extLst>
          </p:cNvPr>
          <p:cNvSpPr/>
          <p:nvPr/>
        </p:nvSpPr>
        <p:spPr>
          <a:xfrm>
            <a:off x="18552217" y="8271563"/>
            <a:ext cx="1090570" cy="2181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3600"/>
          </a:p>
        </p:txBody>
      </p:sp>
    </p:spTree>
    <p:extLst>
      <p:ext uri="{BB962C8B-B14F-4D97-AF65-F5344CB8AC3E}">
        <p14:creationId xmlns:p14="http://schemas.microsoft.com/office/powerpoint/2010/main" val="3600689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5</Words>
  <Application>Microsoft Macintosh PowerPoint</Application>
  <PresentationFormat>Custom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2013 - 2022 Theme</vt:lpstr>
      <vt:lpstr>Sampling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Tischer</dc:creator>
  <cp:lastModifiedBy>Politi, Antonio</cp:lastModifiedBy>
  <cp:revision>13</cp:revision>
  <dcterms:created xsi:type="dcterms:W3CDTF">2026-02-23T13:11:52Z</dcterms:created>
  <dcterms:modified xsi:type="dcterms:W3CDTF">2026-06-04T15:34:23Z</dcterms:modified>
</cp:coreProperties>
</file>