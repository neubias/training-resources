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19"/>
  </p:normalViewPr>
  <p:slideViewPr>
    <p:cSldViewPr snapToGrid="0">
      <p:cViewPr varScale="1">
        <p:scale>
          <a:sx n="138" d="100"/>
          <a:sy n="138" d="100"/>
        </p:scale>
        <p:origin x="17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F3809-6444-8E9E-14D6-E2F2B7FF1D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F955F-BA1E-7708-DFBA-260F9B81C6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781D56-AF21-10C5-BE10-768925EE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7482E-53B1-1476-ABC9-E5F53872E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0A043-0331-B35F-CD03-B7B438CAD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43405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DC765-708B-833E-A45C-5ED5464D7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E5E2A-DA68-5329-E3DF-1B382C476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87ADC-F3CE-6EA0-E6E8-75C92AF1A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275FDC-6170-F46A-03E2-002AB7834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127AE-3062-CD3D-BA93-71270A9F9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93745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A2F35-635E-6121-04DE-5F0B75BD4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A94824-AE31-FD16-C6DC-4BCE7266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EFAC4-6F61-8576-621A-BF4F268B3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11261-2285-AB9E-7606-CB2E55209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57146-DAB6-EE61-CD87-B9D475D10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14825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DDF1-1B39-75A5-919B-0BBA6F521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B6B73-F7A4-2423-9451-FE3874597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731CAD-3430-3BF6-DE21-39A7CAC00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4B0438-CE6A-B229-7800-9F865CA28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8223E3-495A-CE41-D482-71A325B2A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41535-9CD6-0130-FD45-4311F0F2A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542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C472C-62A5-6488-B674-6B6F51FBB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646B1-9690-180C-B463-3BB797181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D0E43-F273-F629-03D7-A71A2AA2E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729EC8-FCFC-41CB-BD01-07B16752C9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859F5-CF5D-FE8A-8A55-121B847DDD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BD3FFC-1623-2257-EC83-5440C145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BED8C5-95E4-610A-E795-A25227072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86E63A-7042-02CB-08C6-301A57A3E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87609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2D208-2E8F-99DB-33C1-B0D298284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33FF8-D111-E74F-075F-5C2C2ADE6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AE436D-555D-3951-7EDA-7A8563DB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9E10FE-99EF-4074-78A0-17FB51F19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14369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686FD6-8F61-E604-2550-AF3B789E4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34DF64-C378-2CBF-B032-BF1281805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2D84C-4463-9BA9-A1E3-2C24F5FE4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86935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56167-E2A8-84E4-73A7-1AB8841DD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381F2-0424-2D21-C1DE-A8BA67034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51E02F-A7A6-5826-E266-241DEDCA8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8E162-07FF-359A-8A9F-412FC4BB1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4B1D98-90B0-EA7F-248B-13A6AE261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DF2F6-5034-7C57-1BAA-A62CC8DEB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5173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FE0CE-E505-176F-0EEA-5F60A7C27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8D92F8-C152-CC92-7E79-482F388680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1C563-C1A3-E4FB-8590-681449F47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7E015-4DD0-A778-9FDF-BD3B80020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C223FB-5F26-914E-0503-9CEF24C11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C714E0-D758-0EC1-598E-71751EEE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9935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28376-0EDA-598D-A6C6-EA2AC120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52E5DC-395A-F23C-8530-8BAB80C7A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5B67C-EB90-066D-4712-8943B0BE2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67F87-A517-6E9D-2F49-E68AA673E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7DFF5-D51B-8743-4E0C-843521D56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08489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DF2C0A-6438-2CC8-2C96-91ADDC66C9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77A263-683E-B89C-5588-5673B5A3C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843DA4-2F91-67DA-91F2-BDF9AC903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C9650-7C91-B97D-F31A-2E8DA179E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E229A-DF3D-0B69-8A31-C0D729E2A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93488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7413C-7CE4-376D-881E-885B3971C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F5C503-AC0E-71FB-BEE4-74BF15561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16DC3-A4E6-11DF-C55A-1FF21F6F35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CDD28-0A48-0E47-898B-1110AC508CAE}" type="datetimeFigureOut">
              <a:rPr lang="en-DE" smtClean="0"/>
              <a:t>23.02.26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8AC48C-0603-6580-E6A6-21650FE8A8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A3CB26-D4EE-BAF8-2048-6444FAAD5A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F73D2D-26E3-074C-B173-28DA1014D3E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46797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9143A-B4F7-C5A0-A1A2-49B393710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/>
              <a:t>Sampling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334E60-4D97-F6E0-64A5-3D790E1EBE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6851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3A426F-6095-717A-2CB1-398C6645B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591"/>
          <a:stretch>
            <a:fillRect/>
          </a:stretch>
        </p:blipFill>
        <p:spPr>
          <a:xfrm>
            <a:off x="1327767" y="1852740"/>
            <a:ext cx="2782585" cy="24675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9F5DC5-B2DB-223F-1A7A-3600062AC7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3291"/>
          <a:stretch>
            <a:fillRect/>
          </a:stretch>
        </p:blipFill>
        <p:spPr>
          <a:xfrm>
            <a:off x="4199579" y="1852740"/>
            <a:ext cx="2761041" cy="24675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54A11E-BE02-EA64-1463-F977354D33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r="21946"/>
          <a:stretch>
            <a:fillRect/>
          </a:stretch>
        </p:blipFill>
        <p:spPr>
          <a:xfrm>
            <a:off x="7049847" y="1852739"/>
            <a:ext cx="2845730" cy="24675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45A3D02-4A41-A4CE-B524-D3D681774FA9}"/>
              </a:ext>
            </a:extLst>
          </p:cNvPr>
          <p:cNvSpPr/>
          <p:nvPr/>
        </p:nvSpPr>
        <p:spPr>
          <a:xfrm>
            <a:off x="3502363" y="4135772"/>
            <a:ext cx="545285" cy="1090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99AE8-5820-561F-0797-4EB0412C6B9F}"/>
              </a:ext>
            </a:extLst>
          </p:cNvPr>
          <p:cNvSpPr/>
          <p:nvPr/>
        </p:nvSpPr>
        <p:spPr>
          <a:xfrm>
            <a:off x="6343475" y="4135772"/>
            <a:ext cx="545285" cy="1090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DB40B4-9E24-AF53-F357-E5129F83EBA0}"/>
              </a:ext>
            </a:extLst>
          </p:cNvPr>
          <p:cNvSpPr/>
          <p:nvPr/>
        </p:nvSpPr>
        <p:spPr>
          <a:xfrm>
            <a:off x="9276103" y="4135772"/>
            <a:ext cx="545285" cy="1090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00689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1283</TotalTime>
  <Words>1</Words>
  <Application>Microsoft Macintosh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Sampling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Tischer</dc:creator>
  <cp:lastModifiedBy>Christian Tischer</cp:lastModifiedBy>
  <cp:revision>6</cp:revision>
  <dcterms:created xsi:type="dcterms:W3CDTF">2026-02-23T13:11:52Z</dcterms:created>
  <dcterms:modified xsi:type="dcterms:W3CDTF">2026-02-24T10:35:08Z</dcterms:modified>
</cp:coreProperties>
</file>