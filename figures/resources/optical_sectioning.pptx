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</p:sldIdLst>
  <p:sldSz cx="12192000" cy="13698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D23"/>
    <a:srgbClr val="E8E8E8"/>
    <a:srgbClr val="00B0F0"/>
    <a:srgbClr val="FFFF00"/>
    <a:srgbClr val="000000"/>
    <a:srgbClr val="4DA42E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6" autoAdjust="0"/>
    <p:restoredTop sz="94660"/>
  </p:normalViewPr>
  <p:slideViewPr>
    <p:cSldViewPr snapToGrid="0">
      <p:cViewPr>
        <p:scale>
          <a:sx n="80" d="100"/>
          <a:sy n="80" d="100"/>
        </p:scale>
        <p:origin x="21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41868"/>
            <a:ext cx="10363200" cy="476912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194904"/>
            <a:ext cx="9144000" cy="330730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3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0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415126"/>
            <a:ext cx="10515600" cy="569821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167243"/>
            <a:ext cx="10515600" cy="299655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3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46601"/>
            <a:ext cx="5181600" cy="8691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646601"/>
            <a:ext cx="5181600" cy="86915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1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29323"/>
            <a:ext cx="10515600" cy="2647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358045"/>
            <a:ext cx="5157787" cy="164572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003772"/>
            <a:ext cx="5157787" cy="73597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358045"/>
            <a:ext cx="5183188" cy="164572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003772"/>
            <a:ext cx="5183188" cy="73597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2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9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3236"/>
            <a:ext cx="3932237" cy="319632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72339"/>
            <a:ext cx="6172200" cy="973484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09561"/>
            <a:ext cx="3932237" cy="761347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3236"/>
            <a:ext cx="3932237" cy="319632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72339"/>
            <a:ext cx="6172200" cy="973484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09561"/>
            <a:ext cx="3932237" cy="761347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29320"/>
            <a:ext cx="2628900" cy="1160887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29320"/>
            <a:ext cx="7734300" cy="1160887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29323"/>
            <a:ext cx="10515600" cy="2647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46601"/>
            <a:ext cx="10515600" cy="8691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696518"/>
            <a:ext cx="27432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E179D-AE25-442C-9DBD-25AA24DE7AD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696518"/>
            <a:ext cx="41148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696518"/>
            <a:ext cx="27432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8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E83845-8FC2-FF0C-C6EC-5D26F1A964BC}"/>
              </a:ext>
            </a:extLst>
          </p:cNvPr>
          <p:cNvSpPr txBox="1"/>
          <p:nvPr/>
        </p:nvSpPr>
        <p:spPr>
          <a:xfrm>
            <a:off x="1059180" y="4791869"/>
            <a:ext cx="25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Optical sectioning</a:t>
            </a:r>
          </a:p>
        </p:txBody>
      </p:sp>
    </p:spTree>
    <p:extLst>
      <p:ext uri="{BB962C8B-B14F-4D97-AF65-F5344CB8AC3E}">
        <p14:creationId xmlns:p14="http://schemas.microsoft.com/office/powerpoint/2010/main" val="302140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4FA6AE-86A5-F7E8-451B-162188CBFE24}"/>
              </a:ext>
            </a:extLst>
          </p:cNvPr>
          <p:cNvGrpSpPr/>
          <p:nvPr/>
        </p:nvGrpSpPr>
        <p:grpSpPr>
          <a:xfrm>
            <a:off x="672058" y="6849269"/>
            <a:ext cx="11269878" cy="5576297"/>
            <a:chOff x="2027351" y="1063042"/>
            <a:chExt cx="9563356" cy="473191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D441B9-5605-D99C-6BFC-F5F5EC2CE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052" y="1437509"/>
              <a:ext cx="2927297" cy="255856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1F15A5-9417-A55F-F67C-ACF5BA712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3200" y="1437509"/>
              <a:ext cx="2927297" cy="255856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A0A549-FB4E-C2CE-D514-C5D27B2A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 flipH="1">
              <a:off x="2305557" y="4076544"/>
              <a:ext cx="2925792" cy="1310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7ECA0BC-EAF4-1F03-7E50-179A2F908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 flipH="1">
              <a:off x="5354705" y="4076544"/>
              <a:ext cx="2925792" cy="128017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5341A5-63A7-50CB-3FB0-A5C349E80879}"/>
                </a:ext>
              </a:extLst>
            </p:cNvPr>
            <p:cNvSpPr txBox="1"/>
            <p:nvPr/>
          </p:nvSpPr>
          <p:spPr>
            <a:xfrm>
              <a:off x="2235637" y="1068177"/>
              <a:ext cx="959263" cy="313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Widefield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C39089-3FEE-A937-F373-5C4562EB4FDC}"/>
                </a:ext>
              </a:extLst>
            </p:cNvPr>
            <p:cNvSpPr txBox="1"/>
            <p:nvPr/>
          </p:nvSpPr>
          <p:spPr>
            <a:xfrm>
              <a:off x="5299764" y="1063042"/>
              <a:ext cx="2209679" cy="313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Laser scanning confocal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E0C8E2-9BFA-FD16-32FE-BB5B6FCD0058}"/>
                </a:ext>
              </a:extLst>
            </p:cNvPr>
            <p:cNvSpPr txBox="1"/>
            <p:nvPr/>
          </p:nvSpPr>
          <p:spPr>
            <a:xfrm>
              <a:off x="2027351" y="3707212"/>
              <a:ext cx="262804" cy="313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80C4F2-01B7-A154-FCD2-6A5E7976F9EE}"/>
                </a:ext>
              </a:extLst>
            </p:cNvPr>
            <p:cNvSpPr txBox="1"/>
            <p:nvPr/>
          </p:nvSpPr>
          <p:spPr>
            <a:xfrm>
              <a:off x="2027351" y="5098110"/>
              <a:ext cx="257363" cy="313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7D38E6-635D-7893-D767-C7446127BBE3}"/>
                </a:ext>
              </a:extLst>
            </p:cNvPr>
            <p:cNvSpPr txBox="1"/>
            <p:nvPr/>
          </p:nvSpPr>
          <p:spPr>
            <a:xfrm>
              <a:off x="2305557" y="5386970"/>
              <a:ext cx="265525" cy="313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2B0FD66-BCCA-199B-FC4F-13EF52223BBE}"/>
                </a:ext>
              </a:extLst>
            </p:cNvPr>
            <p:cNvGrpSpPr/>
            <p:nvPr/>
          </p:nvGrpSpPr>
          <p:grpSpPr>
            <a:xfrm>
              <a:off x="8763841" y="1063042"/>
              <a:ext cx="2826866" cy="4731916"/>
              <a:chOff x="8438255" y="1824775"/>
              <a:chExt cx="2826866" cy="4731916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48BF6F1-E6DE-8DE9-88FE-306701896414}"/>
                  </a:ext>
                </a:extLst>
              </p:cNvPr>
              <p:cNvSpPr/>
              <p:nvPr/>
            </p:nvSpPr>
            <p:spPr>
              <a:xfrm rot="16200000">
                <a:off x="9237887" y="1191863"/>
                <a:ext cx="495470" cy="1761294"/>
              </a:xfrm>
              <a:custGeom>
                <a:avLst/>
                <a:gdLst>
                  <a:gd name="connsiteX0" fmla="*/ 10099 w 495470"/>
                  <a:gd name="connsiteY0" fmla="*/ 177970 h 1761294"/>
                  <a:gd name="connsiteX1" fmla="*/ 10099 w 495470"/>
                  <a:gd name="connsiteY1" fmla="*/ 177970 h 1761294"/>
                  <a:gd name="connsiteX2" fmla="*/ 10099 w 495470"/>
                  <a:gd name="connsiteY2" fmla="*/ 1343984 h 1761294"/>
                  <a:gd name="connsiteX3" fmla="*/ 40783 w 495470"/>
                  <a:gd name="connsiteY3" fmla="*/ 1411490 h 1761294"/>
                  <a:gd name="connsiteX4" fmla="*/ 89878 w 495470"/>
                  <a:gd name="connsiteY4" fmla="*/ 1515817 h 1761294"/>
                  <a:gd name="connsiteX5" fmla="*/ 102152 w 495470"/>
                  <a:gd name="connsiteY5" fmla="*/ 1632418 h 1761294"/>
                  <a:gd name="connsiteX6" fmla="*/ 108289 w 495470"/>
                  <a:gd name="connsiteY6" fmla="*/ 1650829 h 1761294"/>
                  <a:gd name="connsiteX7" fmla="*/ 59194 w 495470"/>
                  <a:gd name="connsiteY7" fmla="*/ 1718335 h 1761294"/>
                  <a:gd name="connsiteX8" fmla="*/ 65331 w 495470"/>
                  <a:gd name="connsiteY8" fmla="*/ 1761294 h 1761294"/>
                  <a:gd name="connsiteX9" fmla="*/ 120563 w 495470"/>
                  <a:gd name="connsiteY9" fmla="*/ 1724472 h 1761294"/>
                  <a:gd name="connsiteX10" fmla="*/ 157384 w 495470"/>
                  <a:gd name="connsiteY10" fmla="*/ 1583323 h 1761294"/>
                  <a:gd name="connsiteX11" fmla="*/ 237164 w 495470"/>
                  <a:gd name="connsiteY11" fmla="*/ 1454448 h 1761294"/>
                  <a:gd name="connsiteX12" fmla="*/ 267849 w 495470"/>
                  <a:gd name="connsiteY12" fmla="*/ 1386942 h 1761294"/>
                  <a:gd name="connsiteX13" fmla="*/ 280123 w 495470"/>
                  <a:gd name="connsiteY13" fmla="*/ 1221245 h 1761294"/>
                  <a:gd name="connsiteX14" fmla="*/ 316944 w 495470"/>
                  <a:gd name="connsiteY14" fmla="*/ 1184424 h 1761294"/>
                  <a:gd name="connsiteX15" fmla="*/ 347629 w 495470"/>
                  <a:gd name="connsiteY15" fmla="*/ 1141465 h 1761294"/>
                  <a:gd name="connsiteX16" fmla="*/ 408998 w 495470"/>
                  <a:gd name="connsiteY16" fmla="*/ 1080096 h 1761294"/>
                  <a:gd name="connsiteX17" fmla="*/ 439682 w 495470"/>
                  <a:gd name="connsiteY17" fmla="*/ 1006453 h 1761294"/>
                  <a:gd name="connsiteX18" fmla="*/ 482641 w 495470"/>
                  <a:gd name="connsiteY18" fmla="*/ 926674 h 1761294"/>
                  <a:gd name="connsiteX19" fmla="*/ 494915 w 495470"/>
                  <a:gd name="connsiteY19" fmla="*/ 877578 h 1761294"/>
                  <a:gd name="connsiteX20" fmla="*/ 476504 w 495470"/>
                  <a:gd name="connsiteY20" fmla="*/ 760977 h 1761294"/>
                  <a:gd name="connsiteX21" fmla="*/ 433546 w 495470"/>
                  <a:gd name="connsiteY21" fmla="*/ 699608 h 1761294"/>
                  <a:gd name="connsiteX22" fmla="*/ 408998 w 495470"/>
                  <a:gd name="connsiteY22" fmla="*/ 613691 h 1761294"/>
                  <a:gd name="connsiteX23" fmla="*/ 390587 w 495470"/>
                  <a:gd name="connsiteY23" fmla="*/ 576869 h 1761294"/>
                  <a:gd name="connsiteX24" fmla="*/ 372176 w 495470"/>
                  <a:gd name="connsiteY24" fmla="*/ 552322 h 1761294"/>
                  <a:gd name="connsiteX25" fmla="*/ 353766 w 495470"/>
                  <a:gd name="connsiteY25" fmla="*/ 521637 h 1761294"/>
                  <a:gd name="connsiteX26" fmla="*/ 304670 w 495470"/>
                  <a:gd name="connsiteY26" fmla="*/ 478679 h 1761294"/>
                  <a:gd name="connsiteX27" fmla="*/ 249438 w 495470"/>
                  <a:gd name="connsiteY27" fmla="*/ 423447 h 1761294"/>
                  <a:gd name="connsiteX28" fmla="*/ 194206 w 495470"/>
                  <a:gd name="connsiteY28" fmla="*/ 355941 h 1761294"/>
                  <a:gd name="connsiteX29" fmla="*/ 157384 w 495470"/>
                  <a:gd name="connsiteY29" fmla="*/ 312982 h 1761294"/>
                  <a:gd name="connsiteX30" fmla="*/ 83742 w 495470"/>
                  <a:gd name="connsiteY30" fmla="*/ 257750 h 1761294"/>
                  <a:gd name="connsiteX31" fmla="*/ 77605 w 495470"/>
                  <a:gd name="connsiteY31" fmla="*/ 208655 h 1761294"/>
                  <a:gd name="connsiteX32" fmla="*/ 65331 w 495470"/>
                  <a:gd name="connsiteY32" fmla="*/ 153423 h 1761294"/>
                  <a:gd name="connsiteX33" fmla="*/ 59194 w 495470"/>
                  <a:gd name="connsiteY33" fmla="*/ 0 h 1761294"/>
                  <a:gd name="connsiteX34" fmla="*/ 22372 w 495470"/>
                  <a:gd name="connsiteY34" fmla="*/ 42958 h 1761294"/>
                  <a:gd name="connsiteX35" fmla="*/ 16236 w 495470"/>
                  <a:gd name="connsiteY35" fmla="*/ 141149 h 1761294"/>
                  <a:gd name="connsiteX36" fmla="*/ 10099 w 495470"/>
                  <a:gd name="connsiteY36" fmla="*/ 159559 h 1761294"/>
                  <a:gd name="connsiteX37" fmla="*/ 10099 w 495470"/>
                  <a:gd name="connsiteY37" fmla="*/ 177970 h 176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5470" h="1761294">
                    <a:moveTo>
                      <a:pt x="10099" y="177970"/>
                    </a:moveTo>
                    <a:lnTo>
                      <a:pt x="10099" y="177970"/>
                    </a:lnTo>
                    <a:cubicBezTo>
                      <a:pt x="1571" y="587321"/>
                      <a:pt x="-7553" y="893850"/>
                      <a:pt x="10099" y="1343984"/>
                    </a:cubicBezTo>
                    <a:cubicBezTo>
                      <a:pt x="11068" y="1368682"/>
                      <a:pt x="29729" y="1389382"/>
                      <a:pt x="40783" y="1411490"/>
                    </a:cubicBezTo>
                    <a:cubicBezTo>
                      <a:pt x="91708" y="1513341"/>
                      <a:pt x="54320" y="1420994"/>
                      <a:pt x="89878" y="1515817"/>
                    </a:cubicBezTo>
                    <a:cubicBezTo>
                      <a:pt x="93519" y="1566791"/>
                      <a:pt x="91561" y="1590054"/>
                      <a:pt x="102152" y="1632418"/>
                    </a:cubicBezTo>
                    <a:cubicBezTo>
                      <a:pt x="103721" y="1638694"/>
                      <a:pt x="106243" y="1644692"/>
                      <a:pt x="108289" y="1650829"/>
                    </a:cubicBezTo>
                    <a:cubicBezTo>
                      <a:pt x="85896" y="1673223"/>
                      <a:pt x="59194" y="1685191"/>
                      <a:pt x="59194" y="1718335"/>
                    </a:cubicBezTo>
                    <a:cubicBezTo>
                      <a:pt x="59194" y="1732800"/>
                      <a:pt x="63285" y="1746974"/>
                      <a:pt x="65331" y="1761294"/>
                    </a:cubicBezTo>
                    <a:cubicBezTo>
                      <a:pt x="83742" y="1749020"/>
                      <a:pt x="108068" y="1742734"/>
                      <a:pt x="120563" y="1724472"/>
                    </a:cubicBezTo>
                    <a:cubicBezTo>
                      <a:pt x="155338" y="1673647"/>
                      <a:pt x="136587" y="1635317"/>
                      <a:pt x="157384" y="1583323"/>
                    </a:cubicBezTo>
                    <a:cubicBezTo>
                      <a:pt x="213185" y="1443819"/>
                      <a:pt x="184591" y="1533308"/>
                      <a:pt x="237164" y="1454448"/>
                    </a:cubicBezTo>
                    <a:cubicBezTo>
                      <a:pt x="248834" y="1436943"/>
                      <a:pt x="259845" y="1406951"/>
                      <a:pt x="267849" y="1386942"/>
                    </a:cubicBezTo>
                    <a:cubicBezTo>
                      <a:pt x="271940" y="1331710"/>
                      <a:pt x="267075" y="1275070"/>
                      <a:pt x="280123" y="1221245"/>
                    </a:cubicBezTo>
                    <a:cubicBezTo>
                      <a:pt x="284212" y="1204376"/>
                      <a:pt x="305732" y="1197675"/>
                      <a:pt x="316944" y="1184424"/>
                    </a:cubicBezTo>
                    <a:cubicBezTo>
                      <a:pt x="328311" y="1170990"/>
                      <a:pt x="335986" y="1154660"/>
                      <a:pt x="347629" y="1141465"/>
                    </a:cubicBezTo>
                    <a:cubicBezTo>
                      <a:pt x="366769" y="1119772"/>
                      <a:pt x="396060" y="1105971"/>
                      <a:pt x="408998" y="1080096"/>
                    </a:cubicBezTo>
                    <a:cubicBezTo>
                      <a:pt x="468436" y="961224"/>
                      <a:pt x="389844" y="1122743"/>
                      <a:pt x="439682" y="1006453"/>
                    </a:cubicBezTo>
                    <a:cubicBezTo>
                      <a:pt x="454622" y="971593"/>
                      <a:pt x="464558" y="956812"/>
                      <a:pt x="482641" y="926674"/>
                    </a:cubicBezTo>
                    <a:cubicBezTo>
                      <a:pt x="486732" y="910309"/>
                      <a:pt x="494149" y="894430"/>
                      <a:pt x="494915" y="877578"/>
                    </a:cubicBezTo>
                    <a:cubicBezTo>
                      <a:pt x="496417" y="844530"/>
                      <a:pt x="496210" y="793819"/>
                      <a:pt x="476504" y="760977"/>
                    </a:cubicBezTo>
                    <a:cubicBezTo>
                      <a:pt x="447125" y="712013"/>
                      <a:pt x="456309" y="749688"/>
                      <a:pt x="433546" y="699608"/>
                    </a:cubicBezTo>
                    <a:cubicBezTo>
                      <a:pt x="415774" y="660509"/>
                      <a:pt x="424623" y="657442"/>
                      <a:pt x="408998" y="613691"/>
                    </a:cubicBezTo>
                    <a:cubicBezTo>
                      <a:pt x="404382" y="600768"/>
                      <a:pt x="397647" y="588636"/>
                      <a:pt x="390587" y="576869"/>
                    </a:cubicBezTo>
                    <a:cubicBezTo>
                      <a:pt x="385325" y="568099"/>
                      <a:pt x="377849" y="560832"/>
                      <a:pt x="372176" y="552322"/>
                    </a:cubicBezTo>
                    <a:cubicBezTo>
                      <a:pt x="365560" y="542397"/>
                      <a:pt x="360923" y="531179"/>
                      <a:pt x="353766" y="521637"/>
                    </a:cubicBezTo>
                    <a:cubicBezTo>
                      <a:pt x="341002" y="504618"/>
                      <a:pt x="319630" y="492570"/>
                      <a:pt x="304670" y="478679"/>
                    </a:cubicBezTo>
                    <a:cubicBezTo>
                      <a:pt x="285591" y="460962"/>
                      <a:pt x="265925" y="443598"/>
                      <a:pt x="249438" y="423447"/>
                    </a:cubicBezTo>
                    <a:cubicBezTo>
                      <a:pt x="231027" y="400945"/>
                      <a:pt x="212819" y="378276"/>
                      <a:pt x="194206" y="355941"/>
                    </a:cubicBezTo>
                    <a:cubicBezTo>
                      <a:pt x="182132" y="341452"/>
                      <a:pt x="172271" y="324561"/>
                      <a:pt x="157384" y="312982"/>
                    </a:cubicBezTo>
                    <a:cubicBezTo>
                      <a:pt x="96330" y="265496"/>
                      <a:pt x="121558" y="282962"/>
                      <a:pt x="83742" y="257750"/>
                    </a:cubicBezTo>
                    <a:cubicBezTo>
                      <a:pt x="81696" y="241385"/>
                      <a:pt x="80471" y="224896"/>
                      <a:pt x="77605" y="208655"/>
                    </a:cubicBezTo>
                    <a:cubicBezTo>
                      <a:pt x="74327" y="190082"/>
                      <a:pt x="66989" y="172210"/>
                      <a:pt x="65331" y="153423"/>
                    </a:cubicBezTo>
                    <a:cubicBezTo>
                      <a:pt x="60832" y="102439"/>
                      <a:pt x="61240" y="51141"/>
                      <a:pt x="59194" y="0"/>
                    </a:cubicBezTo>
                    <a:cubicBezTo>
                      <a:pt x="51920" y="7273"/>
                      <a:pt x="24340" y="33116"/>
                      <a:pt x="22372" y="42958"/>
                    </a:cubicBezTo>
                    <a:cubicBezTo>
                      <a:pt x="15941" y="75115"/>
                      <a:pt x="19669" y="108535"/>
                      <a:pt x="16236" y="141149"/>
                    </a:cubicBezTo>
                    <a:cubicBezTo>
                      <a:pt x="15559" y="147582"/>
                      <a:pt x="10901" y="153140"/>
                      <a:pt x="10099" y="159559"/>
                    </a:cubicBezTo>
                    <a:cubicBezTo>
                      <a:pt x="8830" y="169708"/>
                      <a:pt x="10099" y="174902"/>
                      <a:pt x="10099" y="17797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1BCF5BA-19D0-11B6-948C-1529604AAE9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499471" y="4928093"/>
                <a:ext cx="0" cy="11151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4C12165-311E-22D0-BBDE-85030C1B31A9}"/>
                  </a:ext>
                </a:extLst>
              </p:cNvPr>
              <p:cNvSpPr/>
              <p:nvPr/>
            </p:nvSpPr>
            <p:spPr>
              <a:xfrm rot="5400000">
                <a:off x="9439594" y="5326099"/>
                <a:ext cx="104328" cy="3252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D582AEF-2A78-1C00-9B67-E7D7EBDF96D5}"/>
                  </a:ext>
                </a:extLst>
              </p:cNvPr>
              <p:cNvCxnSpPr>
                <a:cxnSpLocks/>
                <a:stCxn id="19" idx="7"/>
                <a:endCxn id="20" idx="1"/>
              </p:cNvCxnSpPr>
              <p:nvPr/>
            </p:nvCxnSpPr>
            <p:spPr>
              <a:xfrm rot="5400000">
                <a:off x="9144568" y="3818975"/>
                <a:ext cx="151962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2BC41E2F-38C5-BD63-2214-55B78E41CD1E}"/>
                  </a:ext>
                </a:extLst>
              </p:cNvPr>
              <p:cNvCxnSpPr>
                <a:cxnSpLocks/>
                <a:stCxn id="20" idx="7"/>
              </p:cNvCxnSpPr>
              <p:nvPr/>
            </p:nvCxnSpPr>
            <p:spPr>
              <a:xfrm flipH="1">
                <a:off x="9236096" y="4708970"/>
                <a:ext cx="668283" cy="128065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AEC7E96-164B-3FA2-4FE2-9B01608890F8}"/>
                  </a:ext>
                </a:extLst>
              </p:cNvPr>
              <p:cNvCxnSpPr>
                <a:cxnSpLocks/>
                <a:stCxn id="19" idx="5"/>
                <a:endCxn id="20" idx="3"/>
              </p:cNvCxnSpPr>
              <p:nvPr/>
            </p:nvCxnSpPr>
            <p:spPr>
              <a:xfrm rot="5400000">
                <a:off x="8307054" y="3818975"/>
                <a:ext cx="1519622" cy="0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7D150F7-B379-471B-0445-738020D15099}"/>
                  </a:ext>
                </a:extLst>
              </p:cNvPr>
              <p:cNvCxnSpPr>
                <a:cxnSpLocks/>
                <a:stCxn id="20" idx="5"/>
              </p:cNvCxnSpPr>
              <p:nvPr/>
            </p:nvCxnSpPr>
            <p:spPr>
              <a:xfrm>
                <a:off x="9066865" y="4708970"/>
                <a:ext cx="693474" cy="128065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116F7C9-A9E4-7CB0-ED71-8CB0E55383ED}"/>
                  </a:ext>
                </a:extLst>
              </p:cNvPr>
              <p:cNvGrpSpPr/>
              <p:nvPr/>
            </p:nvGrpSpPr>
            <p:grpSpPr>
              <a:xfrm rot="5400000" flipH="1">
                <a:off x="9069661" y="2094262"/>
                <a:ext cx="831922" cy="837514"/>
                <a:chOff x="10231909" y="863519"/>
                <a:chExt cx="831922" cy="837514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2974CA7-F507-9A02-8D97-917DB28B3BBD}"/>
                    </a:ext>
                  </a:extLst>
                </p:cNvPr>
                <p:cNvCxnSpPr/>
                <p:nvPr/>
              </p:nvCxnSpPr>
              <p:spPr>
                <a:xfrm>
                  <a:off x="10231909" y="863519"/>
                  <a:ext cx="831922" cy="418758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113D7F3-9753-B864-F0AA-FE2BA84E93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31909" y="1282277"/>
                  <a:ext cx="831922" cy="41875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8A0C71F-761C-A3E3-87B8-6496BFA97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8255" y="2052181"/>
                <a:ext cx="2178604" cy="8172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05B4C0F-72A1-5878-738C-805ED6F0E565}"/>
                  </a:ext>
                </a:extLst>
              </p:cNvPr>
              <p:cNvCxnSpPr>
                <a:stCxn id="19" idx="5"/>
              </p:cNvCxnSpPr>
              <p:nvPr/>
            </p:nvCxnSpPr>
            <p:spPr>
              <a:xfrm>
                <a:off x="9066865" y="3059164"/>
                <a:ext cx="0" cy="874597"/>
              </a:xfrm>
              <a:prstGeom prst="straightConnector1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FBCAE29-970F-10B5-D09D-7FAF766953B3}"/>
                  </a:ext>
                </a:extLst>
              </p:cNvPr>
              <p:cNvCxnSpPr/>
              <p:nvPr/>
            </p:nvCxnSpPr>
            <p:spPr>
              <a:xfrm>
                <a:off x="9904379" y="3032059"/>
                <a:ext cx="0" cy="874597"/>
              </a:xfrm>
              <a:prstGeom prst="straightConnector1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AAC32E6F-8E65-D30F-5B0B-74702BDD17A8}"/>
                  </a:ext>
                </a:extLst>
              </p:cNvPr>
              <p:cNvGrpSpPr/>
              <p:nvPr/>
            </p:nvGrpSpPr>
            <p:grpSpPr>
              <a:xfrm rot="5400000" flipH="1">
                <a:off x="8969733" y="1975026"/>
                <a:ext cx="1031775" cy="837514"/>
                <a:chOff x="10231909" y="863519"/>
                <a:chExt cx="831922" cy="837514"/>
              </a:xfrm>
            </p:grpSpPr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4BE03F26-A0E2-CEBC-79EE-3D63518A05C4}"/>
                    </a:ext>
                  </a:extLst>
                </p:cNvPr>
                <p:cNvCxnSpPr/>
                <p:nvPr/>
              </p:nvCxnSpPr>
              <p:spPr>
                <a:xfrm>
                  <a:off x="10231909" y="863519"/>
                  <a:ext cx="831922" cy="418758"/>
                </a:xfrm>
                <a:prstGeom prst="line">
                  <a:avLst/>
                </a:prstGeom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E8CF7D75-30FC-50DF-FF88-F7908A3BD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31909" y="1282277"/>
                  <a:ext cx="831922" cy="418756"/>
                </a:xfrm>
                <a:prstGeom prst="line">
                  <a:avLst/>
                </a:prstGeom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DF66E48-5659-3929-B8ED-74A3445B98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30925" y="3059164"/>
                <a:ext cx="175074" cy="1519622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0F21504-642D-28B0-CB63-1C30599467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8485" y="3059164"/>
                <a:ext cx="167611" cy="1519622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B09D96B-B257-3762-0C2D-AD6D038AC05D}"/>
                  </a:ext>
                </a:extLst>
              </p:cNvPr>
              <p:cNvCxnSpPr>
                <a:cxnSpLocks/>
                <a:stCxn id="107" idx="1"/>
              </p:cNvCxnSpPr>
              <p:nvPr/>
            </p:nvCxnSpPr>
            <p:spPr>
              <a:xfrm>
                <a:off x="9236096" y="4644357"/>
                <a:ext cx="494829" cy="81600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AA462E1A-42DB-240F-4EAA-E4EA6C7DF5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65644" y="4728279"/>
                <a:ext cx="465281" cy="75738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5D3863A-52A2-48ED-BCE2-4428ECBB7CE1}"/>
                  </a:ext>
                </a:extLst>
              </p:cNvPr>
              <p:cNvSpPr/>
              <p:nvPr/>
            </p:nvSpPr>
            <p:spPr>
              <a:xfrm rot="5400000">
                <a:off x="9393568" y="4051666"/>
                <a:ext cx="184108" cy="118442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5AA7ADA-E73B-1CCF-417B-5B4E097062F8}"/>
                  </a:ext>
                </a:extLst>
              </p:cNvPr>
              <p:cNvSpPr/>
              <p:nvPr/>
            </p:nvSpPr>
            <p:spPr>
              <a:xfrm rot="5400000">
                <a:off x="9393568" y="2401860"/>
                <a:ext cx="184108" cy="118442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2227B05-E180-6CD4-0AB0-075F4A303739}"/>
                  </a:ext>
                </a:extLst>
              </p:cNvPr>
              <p:cNvSpPr txBox="1"/>
              <p:nvPr/>
            </p:nvSpPr>
            <p:spPr>
              <a:xfrm>
                <a:off x="9054410" y="2831943"/>
                <a:ext cx="927433" cy="313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objective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5DEE6CC-BF41-67A1-7AA5-1A5338458E93}"/>
                  </a:ext>
                </a:extLst>
              </p:cNvPr>
              <p:cNvSpPr txBox="1"/>
              <p:nvPr/>
            </p:nvSpPr>
            <p:spPr>
              <a:xfrm>
                <a:off x="9236096" y="4487653"/>
                <a:ext cx="513094" cy="313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lens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EA9F497-05DD-4DD5-8F39-4C70478C18B4}"/>
                  </a:ext>
                </a:extLst>
              </p:cNvPr>
              <p:cNvSpPr/>
              <p:nvPr/>
            </p:nvSpPr>
            <p:spPr>
              <a:xfrm>
                <a:off x="8984861" y="6021756"/>
                <a:ext cx="1068425" cy="53493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Detector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D371AB8-73F0-81B4-8AC1-66DB85FB967B}"/>
                  </a:ext>
                </a:extLst>
              </p:cNvPr>
              <p:cNvSpPr txBox="1"/>
              <p:nvPr/>
            </p:nvSpPr>
            <p:spPr>
              <a:xfrm>
                <a:off x="10077114" y="1875292"/>
                <a:ext cx="1188007" cy="313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Focus plane</a:t>
                </a: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FD4080F-F972-FCF9-653C-EC01EB03E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62"/>
          <a:stretch>
            <a:fillRect/>
          </a:stretch>
        </p:blipFill>
        <p:spPr>
          <a:xfrm>
            <a:off x="801398" y="563568"/>
            <a:ext cx="11029625" cy="53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0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1649A-8628-D3C4-BAE4-C261E9649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62"/>
          <a:stretch>
            <a:fillRect/>
          </a:stretch>
        </p:blipFill>
        <p:spPr>
          <a:xfrm>
            <a:off x="1311442" y="4735192"/>
            <a:ext cx="9932453" cy="482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14</Words>
  <Application>Microsoft Macintosh PowerPoint</Application>
  <PresentationFormat>Custom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Max Planck Institute for Multidisciplinary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Politi, Antonio</dc:creator>
  <cp:lastModifiedBy>Politi, Antonio</cp:lastModifiedBy>
  <cp:revision>14</cp:revision>
  <dcterms:created xsi:type="dcterms:W3CDTF">2026-04-24T09:29:44Z</dcterms:created>
  <dcterms:modified xsi:type="dcterms:W3CDTF">2026-04-24T15:59:38Z</dcterms:modified>
</cp:coreProperties>
</file>