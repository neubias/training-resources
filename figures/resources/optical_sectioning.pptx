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7D23"/>
    <a:srgbClr val="E8E8E8"/>
    <a:srgbClr val="00B0F0"/>
    <a:srgbClr val="FFFF00"/>
    <a:srgbClr val="000000"/>
    <a:srgbClr val="4DA42E"/>
    <a:srgbClr val="D86E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16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18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FAA65-7ABF-6DE6-5719-6A09EB9E0B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3673CC-75F5-9A54-FAD1-181F79666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B1912-C68B-7F02-E400-DA72051EA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EA5D1-5729-15D0-042F-004272899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83691-D6E9-9AA6-73E8-593E03DB9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504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0AFB-FF1A-4897-6C91-EC44439A5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57057-42C8-1DDB-5120-F887F5539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6B6F1-7F63-1D8F-2CB3-F927BC136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565E5-3B15-F87E-2D14-B4C01EE6F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6B53-5366-791E-7766-6E97F8A8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4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13EB-FCF2-167C-FBD4-7E61B2E7A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81230-9D96-8428-804E-D190F1CB0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8F472-545D-1A5D-A052-8C2EDFAFA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28333-ED30-F079-EC95-A2C99439D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62B82-4ECE-7803-681A-347164DE1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122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33BD1-1851-4278-55CB-8F1B1F211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D831DF-DAC0-E05E-26A5-45B3BDDB3D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073E3B-9F87-CE2E-328F-7DC73DC5B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02CB9-026A-1FF2-3BA9-D822A9D82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E2759-6B57-5751-F457-21DDC8291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FD741-4436-AC54-56E8-8BF1500A3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626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C61B-62E7-8332-11C8-18F17B29C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99675-C083-489C-609A-154C977F7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1ED26-B325-FB05-48FC-F1BBA44986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52AA3-20DF-ACA3-DB3A-7769CE7BA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73BF10-97D2-19BF-A634-E3B170FE0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4C1635-9792-1679-3046-6A2BB2B53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775B75-6C9D-40DC-A9A4-3BFD7C917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AB2ACB-770C-0098-7A62-E5C87A3FC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673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9CEF2-C8AA-7AF9-76FC-C188F4172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48C0C4-8971-EB23-DF27-A8961084F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DA9942-03EC-F2D7-5218-710A52A92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24A754-4C72-384F-4934-C63127E3B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57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B8D1A6-4D4E-841F-D718-D8E405E18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4C9F6B-62CC-521F-F8AF-A5D22295E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F7E29-DBEF-11D5-D9A7-48C86CBF2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494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C512A-DFD8-7B45-0F07-4B63A5ADE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6FBA1-8E15-65AF-3AD1-8BE5F8F78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86859A-1324-731C-4A89-E42D6ED6AA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74631E-0BF8-FA93-1301-FD379890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382-438F-EC61-9D63-D9A9EEE8D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54843-7B2E-579A-71AA-3D391618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75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61A9F-AF13-C833-F8A5-1E951505E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A22F1B-0A78-36B9-7C3B-E5261DF51F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058CAB-9230-2F23-D539-B6591F0B36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054061-BB4B-776E-89C4-38831787F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8E8B2-8282-E75B-56A2-0977A62B0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BF5302-72A3-D708-9FEF-5979E82D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43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9732A-3513-F9D8-10F4-538CA13FA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8DE89B-C58A-D6DA-B042-18FBEA9371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5A9-3ED2-C0AB-4F71-9C39A7D18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AFF2E-B23B-F75A-A8DA-2C0664E6A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0627A-25F1-033D-AD2C-10926DF95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840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7C6977-A925-F1B0-43DE-D7B2B76854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765F6-C3B1-3E11-7B56-C84A8B536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B5F5B6-48EA-87D2-F02A-688513D93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CA01D5-62A2-6506-0B7B-449C991D6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2C52A-6735-C285-022E-CEF1D0C9D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95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8D937F-00C9-D9A3-9FD0-BF1EB0726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D94D68-77EE-DD8C-3C96-135C63C10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7EBC0-D4FE-B80F-2CC4-87C2736803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9E179D-AE25-442C-9DBD-25AA24DE7AD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1B83E-063B-E5BC-291C-CF707F9029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D369D-7369-ED19-D1BE-3B03CFBDC0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5438F4-C236-4AC1-BE9B-6F98A0CA6E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930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E83845-8FC2-FF0C-C6EC-5D26F1A964BC}"/>
              </a:ext>
            </a:extLst>
          </p:cNvPr>
          <p:cNvSpPr txBox="1"/>
          <p:nvPr/>
        </p:nvSpPr>
        <p:spPr>
          <a:xfrm>
            <a:off x="1059180" y="1371600"/>
            <a:ext cx="2537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Optical sectioning</a:t>
            </a:r>
          </a:p>
        </p:txBody>
      </p:sp>
    </p:spTree>
    <p:extLst>
      <p:ext uri="{BB962C8B-B14F-4D97-AF65-F5344CB8AC3E}">
        <p14:creationId xmlns:p14="http://schemas.microsoft.com/office/powerpoint/2010/main" val="3021409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D441B9-5605-D99C-6BFC-F5F5EC2CE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965" y="2188978"/>
            <a:ext cx="2927297" cy="25585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1F15A5-9417-A55F-F67C-ACF5BA712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113" y="2188978"/>
            <a:ext cx="2927297" cy="25585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A0A549-FB4E-C2CE-D514-C5D27B2AC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 flipH="1">
            <a:off x="2156470" y="4828013"/>
            <a:ext cx="2925792" cy="1310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ECA0BC-EAF4-1F03-7E50-179A2F9085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5205618" y="4828013"/>
            <a:ext cx="2925792" cy="12801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5341A5-63A7-50CB-3FB0-A5C349E80879}"/>
              </a:ext>
            </a:extLst>
          </p:cNvPr>
          <p:cNvSpPr txBox="1"/>
          <p:nvPr/>
        </p:nvSpPr>
        <p:spPr>
          <a:xfrm>
            <a:off x="2086550" y="1819646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Widefield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C39089-3FEE-A937-F373-5C4562EB4FDC}"/>
              </a:ext>
            </a:extLst>
          </p:cNvPr>
          <p:cNvSpPr txBox="1"/>
          <p:nvPr/>
        </p:nvSpPr>
        <p:spPr>
          <a:xfrm>
            <a:off x="5150677" y="1814511"/>
            <a:ext cx="2603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Laser scanning confocal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E0C8E2-9BFA-FD16-32FE-BB5B6FCD0058}"/>
              </a:ext>
            </a:extLst>
          </p:cNvPr>
          <p:cNvSpPr txBox="1"/>
          <p:nvPr/>
        </p:nvSpPr>
        <p:spPr>
          <a:xfrm>
            <a:off x="1878264" y="445868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80C4F2-01B7-A154-FCD2-6A5E7976F9EE}"/>
              </a:ext>
            </a:extLst>
          </p:cNvPr>
          <p:cNvSpPr txBox="1"/>
          <p:nvPr/>
        </p:nvSpPr>
        <p:spPr>
          <a:xfrm>
            <a:off x="1878264" y="584957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7D38E6-635D-7893-D767-C7446127BBE3}"/>
              </a:ext>
            </a:extLst>
          </p:cNvPr>
          <p:cNvSpPr txBox="1"/>
          <p:nvPr/>
        </p:nvSpPr>
        <p:spPr>
          <a:xfrm>
            <a:off x="2156470" y="613843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2B0FD66-BCCA-199B-FC4F-13EF52223BBE}"/>
              </a:ext>
            </a:extLst>
          </p:cNvPr>
          <p:cNvGrpSpPr/>
          <p:nvPr/>
        </p:nvGrpSpPr>
        <p:grpSpPr>
          <a:xfrm>
            <a:off x="8614754" y="1814511"/>
            <a:ext cx="2635927" cy="4731916"/>
            <a:chOff x="8438255" y="1824775"/>
            <a:chExt cx="2635927" cy="4731916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748BF6F1-E6DE-8DE9-88FE-306701896414}"/>
                </a:ext>
              </a:extLst>
            </p:cNvPr>
            <p:cNvSpPr/>
            <p:nvPr/>
          </p:nvSpPr>
          <p:spPr>
            <a:xfrm rot="16200000">
              <a:off x="9237887" y="1191863"/>
              <a:ext cx="495470" cy="1761294"/>
            </a:xfrm>
            <a:custGeom>
              <a:avLst/>
              <a:gdLst>
                <a:gd name="connsiteX0" fmla="*/ 10099 w 495470"/>
                <a:gd name="connsiteY0" fmla="*/ 177970 h 1761294"/>
                <a:gd name="connsiteX1" fmla="*/ 10099 w 495470"/>
                <a:gd name="connsiteY1" fmla="*/ 177970 h 1761294"/>
                <a:gd name="connsiteX2" fmla="*/ 10099 w 495470"/>
                <a:gd name="connsiteY2" fmla="*/ 1343984 h 1761294"/>
                <a:gd name="connsiteX3" fmla="*/ 40783 w 495470"/>
                <a:gd name="connsiteY3" fmla="*/ 1411490 h 1761294"/>
                <a:gd name="connsiteX4" fmla="*/ 89878 w 495470"/>
                <a:gd name="connsiteY4" fmla="*/ 1515817 h 1761294"/>
                <a:gd name="connsiteX5" fmla="*/ 102152 w 495470"/>
                <a:gd name="connsiteY5" fmla="*/ 1632418 h 1761294"/>
                <a:gd name="connsiteX6" fmla="*/ 108289 w 495470"/>
                <a:gd name="connsiteY6" fmla="*/ 1650829 h 1761294"/>
                <a:gd name="connsiteX7" fmla="*/ 59194 w 495470"/>
                <a:gd name="connsiteY7" fmla="*/ 1718335 h 1761294"/>
                <a:gd name="connsiteX8" fmla="*/ 65331 w 495470"/>
                <a:gd name="connsiteY8" fmla="*/ 1761294 h 1761294"/>
                <a:gd name="connsiteX9" fmla="*/ 120563 w 495470"/>
                <a:gd name="connsiteY9" fmla="*/ 1724472 h 1761294"/>
                <a:gd name="connsiteX10" fmla="*/ 157384 w 495470"/>
                <a:gd name="connsiteY10" fmla="*/ 1583323 h 1761294"/>
                <a:gd name="connsiteX11" fmla="*/ 237164 w 495470"/>
                <a:gd name="connsiteY11" fmla="*/ 1454448 h 1761294"/>
                <a:gd name="connsiteX12" fmla="*/ 267849 w 495470"/>
                <a:gd name="connsiteY12" fmla="*/ 1386942 h 1761294"/>
                <a:gd name="connsiteX13" fmla="*/ 280123 w 495470"/>
                <a:gd name="connsiteY13" fmla="*/ 1221245 h 1761294"/>
                <a:gd name="connsiteX14" fmla="*/ 316944 w 495470"/>
                <a:gd name="connsiteY14" fmla="*/ 1184424 h 1761294"/>
                <a:gd name="connsiteX15" fmla="*/ 347629 w 495470"/>
                <a:gd name="connsiteY15" fmla="*/ 1141465 h 1761294"/>
                <a:gd name="connsiteX16" fmla="*/ 408998 w 495470"/>
                <a:gd name="connsiteY16" fmla="*/ 1080096 h 1761294"/>
                <a:gd name="connsiteX17" fmla="*/ 439682 w 495470"/>
                <a:gd name="connsiteY17" fmla="*/ 1006453 h 1761294"/>
                <a:gd name="connsiteX18" fmla="*/ 482641 w 495470"/>
                <a:gd name="connsiteY18" fmla="*/ 926674 h 1761294"/>
                <a:gd name="connsiteX19" fmla="*/ 494915 w 495470"/>
                <a:gd name="connsiteY19" fmla="*/ 877578 h 1761294"/>
                <a:gd name="connsiteX20" fmla="*/ 476504 w 495470"/>
                <a:gd name="connsiteY20" fmla="*/ 760977 h 1761294"/>
                <a:gd name="connsiteX21" fmla="*/ 433546 w 495470"/>
                <a:gd name="connsiteY21" fmla="*/ 699608 h 1761294"/>
                <a:gd name="connsiteX22" fmla="*/ 408998 w 495470"/>
                <a:gd name="connsiteY22" fmla="*/ 613691 h 1761294"/>
                <a:gd name="connsiteX23" fmla="*/ 390587 w 495470"/>
                <a:gd name="connsiteY23" fmla="*/ 576869 h 1761294"/>
                <a:gd name="connsiteX24" fmla="*/ 372176 w 495470"/>
                <a:gd name="connsiteY24" fmla="*/ 552322 h 1761294"/>
                <a:gd name="connsiteX25" fmla="*/ 353766 w 495470"/>
                <a:gd name="connsiteY25" fmla="*/ 521637 h 1761294"/>
                <a:gd name="connsiteX26" fmla="*/ 304670 w 495470"/>
                <a:gd name="connsiteY26" fmla="*/ 478679 h 1761294"/>
                <a:gd name="connsiteX27" fmla="*/ 249438 w 495470"/>
                <a:gd name="connsiteY27" fmla="*/ 423447 h 1761294"/>
                <a:gd name="connsiteX28" fmla="*/ 194206 w 495470"/>
                <a:gd name="connsiteY28" fmla="*/ 355941 h 1761294"/>
                <a:gd name="connsiteX29" fmla="*/ 157384 w 495470"/>
                <a:gd name="connsiteY29" fmla="*/ 312982 h 1761294"/>
                <a:gd name="connsiteX30" fmla="*/ 83742 w 495470"/>
                <a:gd name="connsiteY30" fmla="*/ 257750 h 1761294"/>
                <a:gd name="connsiteX31" fmla="*/ 77605 w 495470"/>
                <a:gd name="connsiteY31" fmla="*/ 208655 h 1761294"/>
                <a:gd name="connsiteX32" fmla="*/ 65331 w 495470"/>
                <a:gd name="connsiteY32" fmla="*/ 153423 h 1761294"/>
                <a:gd name="connsiteX33" fmla="*/ 59194 w 495470"/>
                <a:gd name="connsiteY33" fmla="*/ 0 h 1761294"/>
                <a:gd name="connsiteX34" fmla="*/ 22372 w 495470"/>
                <a:gd name="connsiteY34" fmla="*/ 42958 h 1761294"/>
                <a:gd name="connsiteX35" fmla="*/ 16236 w 495470"/>
                <a:gd name="connsiteY35" fmla="*/ 141149 h 1761294"/>
                <a:gd name="connsiteX36" fmla="*/ 10099 w 495470"/>
                <a:gd name="connsiteY36" fmla="*/ 159559 h 1761294"/>
                <a:gd name="connsiteX37" fmla="*/ 10099 w 495470"/>
                <a:gd name="connsiteY37" fmla="*/ 177970 h 1761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95470" h="1761294">
                  <a:moveTo>
                    <a:pt x="10099" y="177970"/>
                  </a:moveTo>
                  <a:lnTo>
                    <a:pt x="10099" y="177970"/>
                  </a:lnTo>
                  <a:cubicBezTo>
                    <a:pt x="1571" y="587321"/>
                    <a:pt x="-7553" y="893850"/>
                    <a:pt x="10099" y="1343984"/>
                  </a:cubicBezTo>
                  <a:cubicBezTo>
                    <a:pt x="11068" y="1368682"/>
                    <a:pt x="29729" y="1389382"/>
                    <a:pt x="40783" y="1411490"/>
                  </a:cubicBezTo>
                  <a:cubicBezTo>
                    <a:pt x="91708" y="1513341"/>
                    <a:pt x="54320" y="1420994"/>
                    <a:pt x="89878" y="1515817"/>
                  </a:cubicBezTo>
                  <a:cubicBezTo>
                    <a:pt x="93519" y="1566791"/>
                    <a:pt x="91561" y="1590054"/>
                    <a:pt x="102152" y="1632418"/>
                  </a:cubicBezTo>
                  <a:cubicBezTo>
                    <a:pt x="103721" y="1638694"/>
                    <a:pt x="106243" y="1644692"/>
                    <a:pt x="108289" y="1650829"/>
                  </a:cubicBezTo>
                  <a:cubicBezTo>
                    <a:pt x="85896" y="1673223"/>
                    <a:pt x="59194" y="1685191"/>
                    <a:pt x="59194" y="1718335"/>
                  </a:cubicBezTo>
                  <a:cubicBezTo>
                    <a:pt x="59194" y="1732800"/>
                    <a:pt x="63285" y="1746974"/>
                    <a:pt x="65331" y="1761294"/>
                  </a:cubicBezTo>
                  <a:cubicBezTo>
                    <a:pt x="83742" y="1749020"/>
                    <a:pt x="108068" y="1742734"/>
                    <a:pt x="120563" y="1724472"/>
                  </a:cubicBezTo>
                  <a:cubicBezTo>
                    <a:pt x="155338" y="1673647"/>
                    <a:pt x="136587" y="1635317"/>
                    <a:pt x="157384" y="1583323"/>
                  </a:cubicBezTo>
                  <a:cubicBezTo>
                    <a:pt x="213185" y="1443819"/>
                    <a:pt x="184591" y="1533308"/>
                    <a:pt x="237164" y="1454448"/>
                  </a:cubicBezTo>
                  <a:cubicBezTo>
                    <a:pt x="248834" y="1436943"/>
                    <a:pt x="259845" y="1406951"/>
                    <a:pt x="267849" y="1386942"/>
                  </a:cubicBezTo>
                  <a:cubicBezTo>
                    <a:pt x="271940" y="1331710"/>
                    <a:pt x="267075" y="1275070"/>
                    <a:pt x="280123" y="1221245"/>
                  </a:cubicBezTo>
                  <a:cubicBezTo>
                    <a:pt x="284212" y="1204376"/>
                    <a:pt x="305732" y="1197675"/>
                    <a:pt x="316944" y="1184424"/>
                  </a:cubicBezTo>
                  <a:cubicBezTo>
                    <a:pt x="328311" y="1170990"/>
                    <a:pt x="335986" y="1154660"/>
                    <a:pt x="347629" y="1141465"/>
                  </a:cubicBezTo>
                  <a:cubicBezTo>
                    <a:pt x="366769" y="1119772"/>
                    <a:pt x="396060" y="1105971"/>
                    <a:pt x="408998" y="1080096"/>
                  </a:cubicBezTo>
                  <a:cubicBezTo>
                    <a:pt x="468436" y="961224"/>
                    <a:pt x="389844" y="1122743"/>
                    <a:pt x="439682" y="1006453"/>
                  </a:cubicBezTo>
                  <a:cubicBezTo>
                    <a:pt x="454622" y="971593"/>
                    <a:pt x="464558" y="956812"/>
                    <a:pt x="482641" y="926674"/>
                  </a:cubicBezTo>
                  <a:cubicBezTo>
                    <a:pt x="486732" y="910309"/>
                    <a:pt x="494149" y="894430"/>
                    <a:pt x="494915" y="877578"/>
                  </a:cubicBezTo>
                  <a:cubicBezTo>
                    <a:pt x="496417" y="844530"/>
                    <a:pt x="496210" y="793819"/>
                    <a:pt x="476504" y="760977"/>
                  </a:cubicBezTo>
                  <a:cubicBezTo>
                    <a:pt x="447125" y="712013"/>
                    <a:pt x="456309" y="749688"/>
                    <a:pt x="433546" y="699608"/>
                  </a:cubicBezTo>
                  <a:cubicBezTo>
                    <a:pt x="415774" y="660509"/>
                    <a:pt x="424623" y="657442"/>
                    <a:pt x="408998" y="613691"/>
                  </a:cubicBezTo>
                  <a:cubicBezTo>
                    <a:pt x="404382" y="600768"/>
                    <a:pt x="397647" y="588636"/>
                    <a:pt x="390587" y="576869"/>
                  </a:cubicBezTo>
                  <a:cubicBezTo>
                    <a:pt x="385325" y="568099"/>
                    <a:pt x="377849" y="560832"/>
                    <a:pt x="372176" y="552322"/>
                  </a:cubicBezTo>
                  <a:cubicBezTo>
                    <a:pt x="365560" y="542397"/>
                    <a:pt x="360923" y="531179"/>
                    <a:pt x="353766" y="521637"/>
                  </a:cubicBezTo>
                  <a:cubicBezTo>
                    <a:pt x="341002" y="504618"/>
                    <a:pt x="319630" y="492570"/>
                    <a:pt x="304670" y="478679"/>
                  </a:cubicBezTo>
                  <a:cubicBezTo>
                    <a:pt x="285591" y="460962"/>
                    <a:pt x="265925" y="443598"/>
                    <a:pt x="249438" y="423447"/>
                  </a:cubicBezTo>
                  <a:cubicBezTo>
                    <a:pt x="231027" y="400945"/>
                    <a:pt x="212819" y="378276"/>
                    <a:pt x="194206" y="355941"/>
                  </a:cubicBezTo>
                  <a:cubicBezTo>
                    <a:pt x="182132" y="341452"/>
                    <a:pt x="172271" y="324561"/>
                    <a:pt x="157384" y="312982"/>
                  </a:cubicBezTo>
                  <a:cubicBezTo>
                    <a:pt x="96330" y="265496"/>
                    <a:pt x="121558" y="282962"/>
                    <a:pt x="83742" y="257750"/>
                  </a:cubicBezTo>
                  <a:cubicBezTo>
                    <a:pt x="81696" y="241385"/>
                    <a:pt x="80471" y="224896"/>
                    <a:pt x="77605" y="208655"/>
                  </a:cubicBezTo>
                  <a:cubicBezTo>
                    <a:pt x="74327" y="190082"/>
                    <a:pt x="66989" y="172210"/>
                    <a:pt x="65331" y="153423"/>
                  </a:cubicBezTo>
                  <a:cubicBezTo>
                    <a:pt x="60832" y="102439"/>
                    <a:pt x="61240" y="51141"/>
                    <a:pt x="59194" y="0"/>
                  </a:cubicBezTo>
                  <a:cubicBezTo>
                    <a:pt x="51920" y="7273"/>
                    <a:pt x="24340" y="33116"/>
                    <a:pt x="22372" y="42958"/>
                  </a:cubicBezTo>
                  <a:cubicBezTo>
                    <a:pt x="15941" y="75115"/>
                    <a:pt x="19669" y="108535"/>
                    <a:pt x="16236" y="141149"/>
                  </a:cubicBezTo>
                  <a:cubicBezTo>
                    <a:pt x="15559" y="147582"/>
                    <a:pt x="10901" y="153140"/>
                    <a:pt x="10099" y="159559"/>
                  </a:cubicBezTo>
                  <a:cubicBezTo>
                    <a:pt x="8830" y="169708"/>
                    <a:pt x="10099" y="174902"/>
                    <a:pt x="10099" y="177970"/>
                  </a:cubicBez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1BCF5BA-19D0-11B6-948C-1529604AAE9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499471" y="4928093"/>
              <a:ext cx="0" cy="111513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4C12165-311E-22D0-BBDE-85030C1B31A9}"/>
                </a:ext>
              </a:extLst>
            </p:cNvPr>
            <p:cNvSpPr/>
            <p:nvPr/>
          </p:nvSpPr>
          <p:spPr>
            <a:xfrm rot="5400000">
              <a:off x="9439594" y="5326099"/>
              <a:ext cx="104328" cy="3252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D582AEF-2A78-1C00-9B67-E7D7EBDF96D5}"/>
                </a:ext>
              </a:extLst>
            </p:cNvPr>
            <p:cNvCxnSpPr>
              <a:cxnSpLocks/>
              <a:stCxn id="19" idx="7"/>
              <a:endCxn id="20" idx="1"/>
            </p:cNvCxnSpPr>
            <p:nvPr/>
          </p:nvCxnSpPr>
          <p:spPr>
            <a:xfrm rot="5400000">
              <a:off x="9144568" y="3818975"/>
              <a:ext cx="151962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BC41E2F-38C5-BD63-2214-55B78E41CD1E}"/>
                </a:ext>
              </a:extLst>
            </p:cNvPr>
            <p:cNvCxnSpPr>
              <a:cxnSpLocks/>
              <a:stCxn id="20" idx="7"/>
            </p:cNvCxnSpPr>
            <p:nvPr/>
          </p:nvCxnSpPr>
          <p:spPr>
            <a:xfrm flipH="1">
              <a:off x="9236096" y="4708970"/>
              <a:ext cx="668283" cy="1280657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AEC7E96-164B-3FA2-4FE2-9B01608890F8}"/>
                </a:ext>
              </a:extLst>
            </p:cNvPr>
            <p:cNvCxnSpPr>
              <a:cxnSpLocks/>
              <a:stCxn id="19" idx="5"/>
              <a:endCxn id="20" idx="3"/>
            </p:cNvCxnSpPr>
            <p:nvPr/>
          </p:nvCxnSpPr>
          <p:spPr>
            <a:xfrm rot="5400000">
              <a:off x="8307054" y="3818975"/>
              <a:ext cx="151962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7D150F7-B379-471B-0445-738020D15099}"/>
                </a:ext>
              </a:extLst>
            </p:cNvPr>
            <p:cNvCxnSpPr>
              <a:cxnSpLocks/>
              <a:stCxn id="20" idx="5"/>
            </p:cNvCxnSpPr>
            <p:nvPr/>
          </p:nvCxnSpPr>
          <p:spPr>
            <a:xfrm>
              <a:off x="9066865" y="4708970"/>
              <a:ext cx="693474" cy="1280657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F116F7C9-A9E4-7CB0-ED71-8CB0E55383ED}"/>
                </a:ext>
              </a:extLst>
            </p:cNvPr>
            <p:cNvGrpSpPr/>
            <p:nvPr/>
          </p:nvGrpSpPr>
          <p:grpSpPr>
            <a:xfrm rot="5400000" flipH="1">
              <a:off x="9069661" y="2094262"/>
              <a:ext cx="831922" cy="837514"/>
              <a:chOff x="10231909" y="863519"/>
              <a:chExt cx="831922" cy="837514"/>
            </a:xfrm>
          </p:grpSpPr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02974CA7-F507-9A02-8D97-917DB28B3BBD}"/>
                  </a:ext>
                </a:extLst>
              </p:cNvPr>
              <p:cNvCxnSpPr/>
              <p:nvPr/>
            </p:nvCxnSpPr>
            <p:spPr>
              <a:xfrm>
                <a:off x="10231909" y="863519"/>
                <a:ext cx="831922" cy="418758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3113D7F3-9753-B864-F0AA-FE2BA84E93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31909" y="1282277"/>
                <a:ext cx="831922" cy="418756"/>
              </a:xfrm>
              <a:prstGeom prst="line">
                <a:avLst/>
              </a:prstGeom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F8A0C71F-761C-A3E3-87B8-6496BFA97082}"/>
                </a:ext>
              </a:extLst>
            </p:cNvPr>
            <p:cNvCxnSpPr>
              <a:cxnSpLocks/>
            </p:cNvCxnSpPr>
            <p:nvPr/>
          </p:nvCxnSpPr>
          <p:spPr>
            <a:xfrm>
              <a:off x="8438255" y="2052181"/>
              <a:ext cx="2178604" cy="8172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05B4C0F-72A1-5878-738C-805ED6F0E565}"/>
                </a:ext>
              </a:extLst>
            </p:cNvPr>
            <p:cNvCxnSpPr>
              <a:stCxn id="19" idx="5"/>
            </p:cNvCxnSpPr>
            <p:nvPr/>
          </p:nvCxnSpPr>
          <p:spPr>
            <a:xfrm>
              <a:off x="9066865" y="3059164"/>
              <a:ext cx="0" cy="874597"/>
            </a:xfrm>
            <a:prstGeom prst="straightConnector1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6FBCAE29-970F-10B5-D09D-7FAF766953B3}"/>
                </a:ext>
              </a:extLst>
            </p:cNvPr>
            <p:cNvCxnSpPr/>
            <p:nvPr/>
          </p:nvCxnSpPr>
          <p:spPr>
            <a:xfrm>
              <a:off x="9904379" y="3032059"/>
              <a:ext cx="0" cy="874597"/>
            </a:xfrm>
            <a:prstGeom prst="straightConnector1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AAC32E6F-8E65-D30F-5B0B-74702BDD17A8}"/>
                </a:ext>
              </a:extLst>
            </p:cNvPr>
            <p:cNvGrpSpPr/>
            <p:nvPr/>
          </p:nvGrpSpPr>
          <p:grpSpPr>
            <a:xfrm rot="5400000" flipH="1">
              <a:off x="8969733" y="1975026"/>
              <a:ext cx="1031775" cy="837514"/>
              <a:chOff x="10231909" y="863519"/>
              <a:chExt cx="831922" cy="837514"/>
            </a:xfrm>
          </p:grpSpPr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4BE03F26-A0E2-CEBC-79EE-3D63518A05C4}"/>
                  </a:ext>
                </a:extLst>
              </p:cNvPr>
              <p:cNvCxnSpPr/>
              <p:nvPr/>
            </p:nvCxnSpPr>
            <p:spPr>
              <a:xfrm>
                <a:off x="10231909" y="863519"/>
                <a:ext cx="831922" cy="418758"/>
              </a:xfrm>
              <a:prstGeom prst="line">
                <a:avLst/>
              </a:prstGeom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E8CF7D75-30FC-50DF-FF88-F7908A3BD9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31909" y="1282277"/>
                <a:ext cx="831922" cy="418756"/>
              </a:xfrm>
              <a:prstGeom prst="line">
                <a:avLst/>
              </a:prstGeom>
              <a:ln>
                <a:solidFill>
                  <a:schemeClr val="accent6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8DF66E48-5659-3929-B8ED-74A3445B98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30925" y="3059164"/>
              <a:ext cx="175074" cy="1519622"/>
            </a:xfrm>
            <a:prstGeom prst="line">
              <a:avLst/>
            </a:prstGeom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E0F21504-642D-28B0-CB63-1C305994673C}"/>
                </a:ext>
              </a:extLst>
            </p:cNvPr>
            <p:cNvCxnSpPr>
              <a:cxnSpLocks/>
            </p:cNvCxnSpPr>
            <p:nvPr/>
          </p:nvCxnSpPr>
          <p:spPr>
            <a:xfrm>
              <a:off x="9068485" y="3059164"/>
              <a:ext cx="167611" cy="1519622"/>
            </a:xfrm>
            <a:prstGeom prst="line">
              <a:avLst/>
            </a:prstGeom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6B09D96B-B257-3762-0C2D-AD6D038AC05D}"/>
                </a:ext>
              </a:extLst>
            </p:cNvPr>
            <p:cNvCxnSpPr>
              <a:cxnSpLocks/>
              <a:stCxn id="107" idx="1"/>
            </p:cNvCxnSpPr>
            <p:nvPr/>
          </p:nvCxnSpPr>
          <p:spPr>
            <a:xfrm>
              <a:off x="9236096" y="4651455"/>
              <a:ext cx="494829" cy="834204"/>
            </a:xfrm>
            <a:prstGeom prst="line">
              <a:avLst/>
            </a:prstGeom>
            <a:ln>
              <a:solidFill>
                <a:schemeClr val="accent6">
                  <a:lumMod val="40000"/>
                  <a:lumOff val="6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A462E1A-42DB-240F-4EAA-E4EA6C7DF5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65644" y="4728279"/>
              <a:ext cx="465281" cy="757380"/>
            </a:xfrm>
            <a:prstGeom prst="line">
              <a:avLst/>
            </a:prstGeom>
            <a:ln>
              <a:solidFill>
                <a:schemeClr val="accent6">
                  <a:lumMod val="40000"/>
                  <a:lumOff val="6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5D3863A-52A2-48ED-BCE2-4428ECBB7CE1}"/>
                </a:ext>
              </a:extLst>
            </p:cNvPr>
            <p:cNvSpPr/>
            <p:nvPr/>
          </p:nvSpPr>
          <p:spPr>
            <a:xfrm rot="5400000">
              <a:off x="9393568" y="4051666"/>
              <a:ext cx="184108" cy="118442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5AA7ADA-E73B-1CCF-417B-5B4E097062F8}"/>
                </a:ext>
              </a:extLst>
            </p:cNvPr>
            <p:cNvSpPr/>
            <p:nvPr/>
          </p:nvSpPr>
          <p:spPr>
            <a:xfrm rot="5400000">
              <a:off x="9393568" y="2401860"/>
              <a:ext cx="184108" cy="1184424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2227B05-E180-6CD4-0AB0-075F4A303739}"/>
                </a:ext>
              </a:extLst>
            </p:cNvPr>
            <p:cNvSpPr txBox="1"/>
            <p:nvPr/>
          </p:nvSpPr>
          <p:spPr>
            <a:xfrm>
              <a:off x="9088146" y="2848811"/>
              <a:ext cx="7907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objective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55DEE6CC-BF41-67A1-7AA5-1A5338458E93}"/>
                </a:ext>
              </a:extLst>
            </p:cNvPr>
            <p:cNvSpPr txBox="1"/>
            <p:nvPr/>
          </p:nvSpPr>
          <p:spPr>
            <a:xfrm>
              <a:off x="9236096" y="4512955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lens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3EA9F497-05DD-4DD5-8F39-4C70478C18B4}"/>
                </a:ext>
              </a:extLst>
            </p:cNvPr>
            <p:cNvSpPr/>
            <p:nvPr/>
          </p:nvSpPr>
          <p:spPr>
            <a:xfrm>
              <a:off x="8984861" y="6021756"/>
              <a:ext cx="1068425" cy="534935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Detector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4D371AB8-73F0-81B4-8AC1-66DB85FB967B}"/>
                </a:ext>
              </a:extLst>
            </p:cNvPr>
            <p:cNvSpPr txBox="1"/>
            <p:nvPr/>
          </p:nvSpPr>
          <p:spPr>
            <a:xfrm>
              <a:off x="10077114" y="1875292"/>
              <a:ext cx="99706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Focus plane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4103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Max Planck Institute for Multidisciplinary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Politi, Antonio</dc:creator>
  <cp:lastModifiedBy>Politi, Antonio</cp:lastModifiedBy>
  <cp:revision>11</cp:revision>
  <dcterms:created xsi:type="dcterms:W3CDTF">2026-04-24T09:29:44Z</dcterms:created>
  <dcterms:modified xsi:type="dcterms:W3CDTF">2026-04-24T15:18:01Z</dcterms:modified>
</cp:coreProperties>
</file>