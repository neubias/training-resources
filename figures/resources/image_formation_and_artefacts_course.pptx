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00B0F0"/>
    <a:srgbClr val="FFFF00"/>
    <a:srgbClr val="000000"/>
    <a:srgbClr val="4DA42E"/>
    <a:srgbClr val="3B7D23"/>
    <a:srgbClr val="D86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6" autoAdjust="0"/>
    <p:restoredTop sz="94660"/>
  </p:normalViewPr>
  <p:slideViewPr>
    <p:cSldViewPr snapToGrid="0">
      <p:cViewPr>
        <p:scale>
          <a:sx n="125" d="100"/>
          <a:sy n="125" d="100"/>
        </p:scale>
        <p:origin x="64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FAA65-7ABF-6DE6-5719-6A09EB9E0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673CC-75F5-9A54-FAD1-181F79666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B1912-C68B-7F02-E400-DA72051E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A5D1-5729-15D0-042F-00427289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83691-D6E9-9AA6-73E8-593E03DB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0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0AFB-FF1A-4897-6C91-EC44439A5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57057-42C8-1DDB-5120-F887F5539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6B6F1-7F63-1D8F-2CB3-F927BC13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65E5-3B15-F87E-2D14-B4C01EE6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36B53-5366-791E-7766-6E97F8A8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7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13EB-FCF2-167C-FBD4-7E61B2E7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81230-9D96-8428-804E-D190F1CB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8F472-545D-1A5D-A052-8C2EDFAF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28333-ED30-F079-EC95-A2C99439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2B82-4ECE-7803-681A-347164DE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2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3BD1-1851-4278-55CB-8F1B1F21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31DF-DAC0-E05E-26A5-45B3BDDB3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73E3B-9F87-CE2E-328F-7DC73DC5B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2CB9-026A-1FF2-3BA9-D822A9D8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E2759-6B57-5751-F457-21DDC829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FD741-4436-AC54-56E8-8BF1500A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2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C61B-62E7-8332-11C8-18F17B29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99675-C083-489C-609A-154C977F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1ED26-B325-FB05-48FC-F1BBA4498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52AA3-20DF-ACA3-DB3A-7769CE7BA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3BF10-97D2-19BF-A634-E3B170FE0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C1635-9792-1679-3046-6A2BB2B5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75B75-6C9D-40DC-A9A4-3BFD7C91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B2ACB-770C-0098-7A62-E5C87A3F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7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CEF2-C8AA-7AF9-76FC-C188F417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8C0C4-8971-EB23-DF27-A8961084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A9942-03EC-F2D7-5218-710A52A9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4A754-4C72-384F-4934-C63127E3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5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8D1A6-4D4E-841F-D718-D8E405E1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C9F6B-62CC-521F-F8AF-A5D22295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F7E29-DBEF-11D5-D9A7-48C86CBF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512A-DFD8-7B45-0F07-4B63A5AD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FBA1-8E15-65AF-3AD1-8BE5F8F7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6859A-1324-731C-4A89-E42D6ED6A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4631E-0BF8-FA93-1301-FD379890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B9382-438F-EC61-9D63-D9A9EEE8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54843-7B2E-579A-71AA-3D391618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7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1A9F-AF13-C833-F8A5-1E951505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22F1B-0A78-36B9-7C3B-E5261DF51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58CAB-9230-2F23-D539-B6591F0B3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54061-BB4B-776E-89C4-38831787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8E8B2-8282-E75B-56A2-0977A62B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F5302-72A3-D708-9FEF-5979E82D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4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732A-3513-F9D8-10F4-538CA13F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DE89B-C58A-D6DA-B042-18FBEA937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5A9-3ED2-C0AB-4F71-9C39A7D1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AFF2E-B23B-F75A-A8DA-2C0664E6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0627A-25F1-033D-AD2C-10926DF9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4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C6977-A925-F1B0-43DE-D7B2B7685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765F6-C3B1-3E11-7B56-C84A8B536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5F5B6-48EA-87D2-F02A-688513D9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01D5-62A2-6506-0B7B-449C991D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C52A-6735-C285-022E-CEF1D0C9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5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8D937F-00C9-D9A3-9FD0-BF1EB072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94D68-77EE-DD8C-3C96-135C63C1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EBC0-D4FE-B80F-2CC4-87C273680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E179D-AE25-442C-9DBD-25AA24DE7AD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1B83E-063B-E5BC-291C-CF707F902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D369D-7369-ED19-D1BE-3B03CFBDC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438F4-C236-4AC1-BE9B-6F98A0CA6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30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26" Type="http://schemas.openxmlformats.org/officeDocument/2006/relationships/image" Target="../media/image15.tiff"/><Relationship Id="rId3" Type="http://schemas.openxmlformats.org/officeDocument/2006/relationships/tags" Target="../tags/tag3.xml"/><Relationship Id="rId21" Type="http://schemas.openxmlformats.org/officeDocument/2006/relationships/image" Target="../media/image11.png"/><Relationship Id="rId7" Type="http://schemas.openxmlformats.org/officeDocument/2006/relationships/tags" Target="../tags/tag7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5" Type="http://schemas.openxmlformats.org/officeDocument/2006/relationships/image" Target="../media/image14.emf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20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24" Type="http://schemas.openxmlformats.org/officeDocument/2006/relationships/image" Target="../media/image13.png"/><Relationship Id="rId5" Type="http://schemas.openxmlformats.org/officeDocument/2006/relationships/tags" Target="../tags/tag5.xml"/><Relationship Id="rId15" Type="http://schemas.openxmlformats.org/officeDocument/2006/relationships/image" Target="../media/image6.png"/><Relationship Id="rId23" Type="http://schemas.microsoft.com/office/2007/relationships/hdphoto" Target="../media/hdphoto2.wdp"/><Relationship Id="rId28" Type="http://schemas.openxmlformats.org/officeDocument/2006/relationships/image" Target="../media/image17.png"/><Relationship Id="rId10" Type="http://schemas.openxmlformats.org/officeDocument/2006/relationships/image" Target="../media/image1.png"/><Relationship Id="rId19" Type="http://schemas.microsoft.com/office/2007/relationships/hdphoto" Target="../media/hdphoto1.wdp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5.png"/><Relationship Id="rId22" Type="http://schemas.openxmlformats.org/officeDocument/2006/relationships/image" Target="../media/image12.png"/><Relationship Id="rId27" Type="http://schemas.openxmlformats.org/officeDocument/2006/relationships/image" Target="../media/image1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E83845-8FC2-FF0C-C6EC-5D26F1A964BC}"/>
              </a:ext>
            </a:extLst>
          </p:cNvPr>
          <p:cNvSpPr txBox="1"/>
          <p:nvPr/>
        </p:nvSpPr>
        <p:spPr>
          <a:xfrm>
            <a:off x="1059180" y="1371600"/>
            <a:ext cx="253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formation and artefacts course</a:t>
            </a:r>
          </a:p>
        </p:txBody>
      </p:sp>
    </p:spTree>
    <p:extLst>
      <p:ext uri="{BB962C8B-B14F-4D97-AF65-F5344CB8AC3E}">
        <p14:creationId xmlns:p14="http://schemas.microsoft.com/office/powerpoint/2010/main" val="3021409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246">
            <a:extLst>
              <a:ext uri="{FF2B5EF4-FFF2-40B4-BE49-F238E27FC236}">
                <a16:creationId xmlns:a16="http://schemas.microsoft.com/office/drawing/2014/main" id="{956D48DF-37B9-D42B-FBF5-DACE3F7C0007}"/>
              </a:ext>
            </a:extLst>
          </p:cNvPr>
          <p:cNvSpPr/>
          <p:nvPr/>
        </p:nvSpPr>
        <p:spPr>
          <a:xfrm>
            <a:off x="690871" y="3720032"/>
            <a:ext cx="2080279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608E7448-B766-4627-8FDB-2910D6B10871}"/>
              </a:ext>
            </a:extLst>
          </p:cNvPr>
          <p:cNvSpPr/>
          <p:nvPr/>
        </p:nvSpPr>
        <p:spPr>
          <a:xfrm>
            <a:off x="7932799" y="261932"/>
            <a:ext cx="2312816" cy="3295540"/>
          </a:xfrm>
          <a:prstGeom prst="rect">
            <a:avLst/>
          </a:prstGeom>
          <a:solidFill>
            <a:schemeClr val="tx2">
              <a:lumMod val="25000"/>
              <a:lumOff val="75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0873FEA5-B961-0F44-5663-A6E8BC93B72C}"/>
              </a:ext>
            </a:extLst>
          </p:cNvPr>
          <p:cNvSpPr/>
          <p:nvPr/>
        </p:nvSpPr>
        <p:spPr>
          <a:xfrm>
            <a:off x="5234672" y="261932"/>
            <a:ext cx="2310355" cy="3295540"/>
          </a:xfrm>
          <a:prstGeom prst="rect">
            <a:avLst/>
          </a:prstGeom>
          <a:solidFill>
            <a:schemeClr val="accent5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21E1849-D65A-CAE3-0CE8-4C5690F53B33}"/>
              </a:ext>
            </a:extLst>
          </p:cNvPr>
          <p:cNvSpPr/>
          <p:nvPr/>
        </p:nvSpPr>
        <p:spPr>
          <a:xfrm>
            <a:off x="2040657" y="261932"/>
            <a:ext cx="2930648" cy="3295540"/>
          </a:xfrm>
          <a:prstGeom prst="rect">
            <a:avLst/>
          </a:prstGeom>
          <a:solidFill>
            <a:schemeClr val="accent6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79D7F84-0E3F-3A1B-1A9E-40963E064B7C}"/>
              </a:ext>
            </a:extLst>
          </p:cNvPr>
          <p:cNvSpPr/>
          <p:nvPr/>
        </p:nvSpPr>
        <p:spPr>
          <a:xfrm>
            <a:off x="5017025" y="3720032"/>
            <a:ext cx="2308224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DFAD54A-92DC-5860-4D3C-9474A250996A}"/>
              </a:ext>
            </a:extLst>
          </p:cNvPr>
          <p:cNvSpPr/>
          <p:nvPr/>
        </p:nvSpPr>
        <p:spPr>
          <a:xfrm>
            <a:off x="7388634" y="3720032"/>
            <a:ext cx="2074515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30F74E5-1785-D20A-9B02-8007B85E92E0}"/>
              </a:ext>
            </a:extLst>
          </p:cNvPr>
          <p:cNvSpPr/>
          <p:nvPr/>
        </p:nvSpPr>
        <p:spPr>
          <a:xfrm>
            <a:off x="2861922" y="3720032"/>
            <a:ext cx="2080279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DC8DE69-E6C8-C40D-B63F-87063E7056F5}"/>
              </a:ext>
            </a:extLst>
          </p:cNvPr>
          <p:cNvGrpSpPr/>
          <p:nvPr/>
        </p:nvGrpSpPr>
        <p:grpSpPr>
          <a:xfrm>
            <a:off x="1888685" y="4218719"/>
            <a:ext cx="672195" cy="690913"/>
            <a:chOff x="2625391" y="1205063"/>
            <a:chExt cx="396040" cy="40706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8DE011-8170-9F2E-B1B3-CAAB426F9C89}"/>
                </a:ext>
              </a:extLst>
            </p:cNvPr>
            <p:cNvSpPr/>
            <p:nvPr/>
          </p:nvSpPr>
          <p:spPr>
            <a:xfrm>
              <a:off x="2625391" y="1205063"/>
              <a:ext cx="396040" cy="40706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4297363-2D40-7AAB-D12C-71940E2FBC3B}"/>
                </a:ext>
              </a:extLst>
            </p:cNvPr>
            <p:cNvSpPr/>
            <p:nvPr/>
          </p:nvSpPr>
          <p:spPr>
            <a:xfrm>
              <a:off x="2686176" y="1273742"/>
              <a:ext cx="270335" cy="27033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5EBD268-0CE1-D97B-DFF1-D3C477B23CED}"/>
                </a:ext>
              </a:extLst>
            </p:cNvPr>
            <p:cNvSpPr/>
            <p:nvPr/>
          </p:nvSpPr>
          <p:spPr>
            <a:xfrm>
              <a:off x="2739190" y="1324376"/>
              <a:ext cx="168442" cy="168442"/>
            </a:xfrm>
            <a:prstGeom prst="ellipse">
              <a:avLst/>
            </a:prstGeom>
            <a:solidFill>
              <a:srgbClr val="4DA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74807296-FFAE-ABB0-EEC4-46340CC8BE17}"/>
              </a:ext>
            </a:extLst>
          </p:cNvPr>
          <p:cNvSpPr/>
          <p:nvPr/>
        </p:nvSpPr>
        <p:spPr>
          <a:xfrm>
            <a:off x="1045072" y="4525375"/>
            <a:ext cx="77598" cy="77598"/>
          </a:xfrm>
          <a:prstGeom prst="ellipse">
            <a:avLst/>
          </a:prstGeom>
          <a:noFill/>
          <a:ln>
            <a:solidFill>
              <a:srgbClr val="4DA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0ABB9E2-77AD-626D-ADA2-BC9B2ACB9C88}"/>
              </a:ext>
            </a:extLst>
          </p:cNvPr>
          <p:cNvGrpSpPr/>
          <p:nvPr/>
        </p:nvGrpSpPr>
        <p:grpSpPr>
          <a:xfrm>
            <a:off x="1803807" y="5314011"/>
            <a:ext cx="807698" cy="690913"/>
            <a:chOff x="1319856" y="5405637"/>
            <a:chExt cx="829327" cy="70941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BD2AC73-DCFE-C283-186F-C27BEAAFF517}"/>
                </a:ext>
              </a:extLst>
            </p:cNvPr>
            <p:cNvSpPr/>
            <p:nvPr/>
          </p:nvSpPr>
          <p:spPr>
            <a:xfrm>
              <a:off x="1319856" y="5405637"/>
              <a:ext cx="690195" cy="70941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3A025E-9652-5843-2CB9-A9205263D6A4}"/>
                </a:ext>
              </a:extLst>
            </p:cNvPr>
            <p:cNvSpPr/>
            <p:nvPr/>
          </p:nvSpPr>
          <p:spPr>
            <a:xfrm>
              <a:off x="1458988" y="5405637"/>
              <a:ext cx="690195" cy="709414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84B6DB9-BFEA-36D5-5B40-911B0F304703}"/>
                </a:ext>
              </a:extLst>
            </p:cNvPr>
            <p:cNvSpPr/>
            <p:nvPr/>
          </p:nvSpPr>
          <p:spPr>
            <a:xfrm>
              <a:off x="1564920" y="5525327"/>
              <a:ext cx="471124" cy="47112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3FEC4F-2E7E-E2CE-DC91-F13500640CE2}"/>
                </a:ext>
              </a:extLst>
            </p:cNvPr>
            <p:cNvSpPr/>
            <p:nvPr/>
          </p:nvSpPr>
          <p:spPr>
            <a:xfrm>
              <a:off x="1425789" y="5525327"/>
              <a:ext cx="471124" cy="47112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D03360B-9D70-E6BE-EE28-99392FF72900}"/>
                </a:ext>
              </a:extLst>
            </p:cNvPr>
            <p:cNvSpPr/>
            <p:nvPr/>
          </p:nvSpPr>
          <p:spPr>
            <a:xfrm>
              <a:off x="1518178" y="5613569"/>
              <a:ext cx="293551" cy="293551"/>
            </a:xfrm>
            <a:prstGeom prst="ellipse">
              <a:avLst/>
            </a:prstGeom>
            <a:solidFill>
              <a:srgbClr val="4DA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E91ACD7-4968-19F6-722A-B4B6D24EEA94}"/>
                </a:ext>
              </a:extLst>
            </p:cNvPr>
            <p:cNvSpPr/>
            <p:nvPr/>
          </p:nvSpPr>
          <p:spPr>
            <a:xfrm>
              <a:off x="1657310" y="5613569"/>
              <a:ext cx="293551" cy="293551"/>
            </a:xfrm>
            <a:prstGeom prst="ellipse">
              <a:avLst/>
            </a:prstGeom>
            <a:solidFill>
              <a:srgbClr val="4DA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9DC9A0A5-6243-91BA-AD2B-124D0A750675}"/>
              </a:ext>
            </a:extLst>
          </p:cNvPr>
          <p:cNvSpPr/>
          <p:nvPr/>
        </p:nvSpPr>
        <p:spPr>
          <a:xfrm>
            <a:off x="950030" y="5620670"/>
            <a:ext cx="77598" cy="77598"/>
          </a:xfrm>
          <a:prstGeom prst="ellipse">
            <a:avLst/>
          </a:prstGeom>
          <a:noFill/>
          <a:ln>
            <a:solidFill>
              <a:srgbClr val="4DA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27D62C7-2D9A-107E-5A89-ED113B9CBE76}"/>
              </a:ext>
            </a:extLst>
          </p:cNvPr>
          <p:cNvSpPr/>
          <p:nvPr/>
        </p:nvSpPr>
        <p:spPr>
          <a:xfrm>
            <a:off x="1083404" y="5620670"/>
            <a:ext cx="77598" cy="77598"/>
          </a:xfrm>
          <a:prstGeom prst="ellipse">
            <a:avLst/>
          </a:prstGeom>
          <a:noFill/>
          <a:ln>
            <a:solidFill>
              <a:srgbClr val="4DA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Image 20" descr="preencoded.png">
            <a:extLst>
              <a:ext uri="{FF2B5EF4-FFF2-40B4-BE49-F238E27FC236}">
                <a16:creationId xmlns:a16="http://schemas.microsoft.com/office/drawing/2014/main" id="{A6D2D88E-9912-2334-3376-EFFFAA5876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964468" y="468161"/>
            <a:ext cx="1658112" cy="987552"/>
          </a:xfrm>
          <a:prstGeom prst="rect">
            <a:avLst/>
          </a:prstGeom>
        </p:spPr>
      </p:pic>
      <p:pic>
        <p:nvPicPr>
          <p:cNvPr id="60" name="Image 21" descr="preencoded.png">
            <a:extLst>
              <a:ext uri="{FF2B5EF4-FFF2-40B4-BE49-F238E27FC236}">
                <a16:creationId xmlns:a16="http://schemas.microsoft.com/office/drawing/2014/main" id="{12A4F04C-E1AD-D64C-84FA-29EF15830B7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83838" y="640037"/>
            <a:ext cx="497883" cy="497883"/>
          </a:xfrm>
          <a:prstGeom prst="rect">
            <a:avLst/>
          </a:prstGeom>
        </p:spPr>
      </p:pic>
      <p:pic>
        <p:nvPicPr>
          <p:cNvPr id="63" name="Image 36" descr="preencoded.png">
            <a:extLst>
              <a:ext uri="{FF2B5EF4-FFF2-40B4-BE49-F238E27FC236}">
                <a16:creationId xmlns:a16="http://schemas.microsoft.com/office/drawing/2014/main" id="{CDE3B2C3-CF81-28CD-E136-F6D69D037F3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748084" y="1815997"/>
            <a:ext cx="247572" cy="382080"/>
          </a:xfrm>
          <a:prstGeom prst="rect">
            <a:avLst/>
          </a:prstGeom>
        </p:spPr>
      </p:pic>
      <p:pic>
        <p:nvPicPr>
          <p:cNvPr id="64" name="Image 37" descr="preencoded.png">
            <a:extLst>
              <a:ext uri="{FF2B5EF4-FFF2-40B4-BE49-F238E27FC236}">
                <a16:creationId xmlns:a16="http://schemas.microsoft.com/office/drawing/2014/main" id="{036DA8E4-6446-5992-B40F-FCB0BB33D61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49171" y="1805817"/>
            <a:ext cx="395726" cy="345042"/>
          </a:xfrm>
          <a:prstGeom prst="rect">
            <a:avLst/>
          </a:prstGeom>
        </p:spPr>
      </p:pic>
      <p:sp>
        <p:nvSpPr>
          <p:cNvPr id="67" name="Text 11">
            <a:extLst>
              <a:ext uri="{FF2B5EF4-FFF2-40B4-BE49-F238E27FC236}">
                <a16:creationId xmlns:a16="http://schemas.microsoft.com/office/drawing/2014/main" id="{A9E0684E-07F3-22AD-55E3-E0C4FC4383E8}"/>
              </a:ext>
            </a:extLst>
          </p:cNvPr>
          <p:cNvSpPr/>
          <p:nvPr/>
        </p:nvSpPr>
        <p:spPr>
          <a:xfrm>
            <a:off x="2179299" y="1508451"/>
            <a:ext cx="96482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Fluorophore</a:t>
            </a:r>
            <a:endParaRPr lang="en-US" sz="14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17BCA2C-8D3B-8780-A0E9-4748D486B259}"/>
              </a:ext>
            </a:extLst>
          </p:cNvPr>
          <p:cNvGrpSpPr/>
          <p:nvPr/>
        </p:nvGrpSpPr>
        <p:grpSpPr>
          <a:xfrm>
            <a:off x="3587753" y="1684989"/>
            <a:ext cx="669429" cy="740501"/>
            <a:chOff x="5436727" y="2059452"/>
            <a:chExt cx="669429" cy="740501"/>
          </a:xfrm>
        </p:grpSpPr>
        <p:pic>
          <p:nvPicPr>
            <p:cNvPr id="68" name="Image 56" descr="preencoded.png">
              <a:extLst>
                <a:ext uri="{FF2B5EF4-FFF2-40B4-BE49-F238E27FC236}">
                  <a16:creationId xmlns:a16="http://schemas.microsoft.com/office/drawing/2014/main" id="{AD33CBDF-3A91-6252-A70A-10EB14F0B0E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700772" y="2394569"/>
              <a:ext cx="405384" cy="405384"/>
            </a:xfrm>
            <a:prstGeom prst="rect">
              <a:avLst/>
            </a:prstGeom>
          </p:spPr>
        </p:pic>
        <p:pic>
          <p:nvPicPr>
            <p:cNvPr id="69" name="Image 57" descr="preencoded.png">
              <a:extLst>
                <a:ext uri="{FF2B5EF4-FFF2-40B4-BE49-F238E27FC236}">
                  <a16:creationId xmlns:a16="http://schemas.microsoft.com/office/drawing/2014/main" id="{BB234B5B-F09F-1F8F-768D-6A6E6342EC8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5436727" y="2059452"/>
              <a:ext cx="509016" cy="512064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214498F-099A-8D4F-C933-C9264673501F}"/>
              </a:ext>
            </a:extLst>
          </p:cNvPr>
          <p:cNvGrpSpPr/>
          <p:nvPr/>
        </p:nvGrpSpPr>
        <p:grpSpPr>
          <a:xfrm>
            <a:off x="4328284" y="2010822"/>
            <a:ext cx="400444" cy="414017"/>
            <a:chOff x="7081487" y="2394569"/>
            <a:chExt cx="400444" cy="414017"/>
          </a:xfrm>
        </p:grpSpPr>
        <p:pic>
          <p:nvPicPr>
            <p:cNvPr id="73" name="Image 70" descr="preencoded.png">
              <a:extLst>
                <a:ext uri="{FF2B5EF4-FFF2-40B4-BE49-F238E27FC236}">
                  <a16:creationId xmlns:a16="http://schemas.microsoft.com/office/drawing/2014/main" id="{F4085954-0F19-9C96-3A3B-B1E22BDF7DC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7081487" y="2546458"/>
              <a:ext cx="277368" cy="262128"/>
            </a:xfrm>
            <a:prstGeom prst="rect">
              <a:avLst/>
            </a:prstGeom>
          </p:spPr>
        </p:pic>
        <p:pic>
          <p:nvPicPr>
            <p:cNvPr id="74" name="Image 71" descr="preencoded.png">
              <a:extLst>
                <a:ext uri="{FF2B5EF4-FFF2-40B4-BE49-F238E27FC236}">
                  <a16:creationId xmlns:a16="http://schemas.microsoft.com/office/drawing/2014/main" id="{09E124A1-290E-C7B7-E044-13088E33D02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7158843" y="2394569"/>
              <a:ext cx="323088" cy="329184"/>
            </a:xfrm>
            <a:prstGeom prst="rect">
              <a:avLst/>
            </a:prstGeom>
          </p:spPr>
        </p:pic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69D31756-3211-8B4D-7684-882FE9413CCA}"/>
              </a:ext>
            </a:extLst>
          </p:cNvPr>
          <p:cNvSpPr/>
          <p:nvPr/>
        </p:nvSpPr>
        <p:spPr>
          <a:xfrm>
            <a:off x="2037563" y="163788"/>
            <a:ext cx="2930648" cy="29283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preparation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43E7962-0D54-8F80-C5B2-119B06D59C40}"/>
              </a:ext>
            </a:extLst>
          </p:cNvPr>
          <p:cNvSpPr/>
          <p:nvPr/>
        </p:nvSpPr>
        <p:spPr>
          <a:xfrm>
            <a:off x="5232211" y="163788"/>
            <a:ext cx="2312816" cy="2928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acquisition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7874032-3AF6-3B33-D6D5-92F15AE6FF9A}"/>
              </a:ext>
            </a:extLst>
          </p:cNvPr>
          <p:cNvSpPr/>
          <p:nvPr/>
        </p:nvSpPr>
        <p:spPr>
          <a:xfrm>
            <a:off x="7937245" y="163788"/>
            <a:ext cx="2312816" cy="29283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</a:t>
            </a:r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6BB396F4-4DF8-406A-D72F-1CBDFB38147E}"/>
              </a:ext>
            </a:extLst>
          </p:cNvPr>
          <p:cNvSpPr/>
          <p:nvPr/>
        </p:nvSpPr>
        <p:spPr>
          <a:xfrm>
            <a:off x="2559822" y="2505562"/>
            <a:ext cx="2070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Live/Fixation/Mounting</a:t>
            </a:r>
            <a:endParaRPr lang="en-US" sz="140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1C535B0E-307B-76E4-3B51-026BD37DC05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16111" y1="75248" x2="16667" y2="33663"/>
                        <a14:foregroundMark x1="81507" y1="43685" x2="81667" y2="29703"/>
                        <a14:foregroundMark x1="81111" y1="78218" x2="81460" y2="47772"/>
                        <a14:foregroundMark x1="89444" y1="78218" x2="89444" y2="78218"/>
                        <a14:foregroundMark x1="87778" y1="80198" x2="87778" y2="80198"/>
                        <a14:foregroundMark x1="24444" y1="80198" x2="24444" y2="80198"/>
                        <a14:foregroundMark x1="10000" y1="78218" x2="10000" y2="78218"/>
                        <a14:backgroundMark x1="76667" y1="38614" x2="75556" y2="415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26819" y="2770794"/>
            <a:ext cx="1273402" cy="714520"/>
          </a:xfrm>
          <a:prstGeom prst="rect">
            <a:avLst/>
          </a:prstGeom>
        </p:spPr>
      </p:pic>
      <p:sp>
        <p:nvSpPr>
          <p:cNvPr id="85" name="Text 11">
            <a:extLst>
              <a:ext uri="{FF2B5EF4-FFF2-40B4-BE49-F238E27FC236}">
                <a16:creationId xmlns:a16="http://schemas.microsoft.com/office/drawing/2014/main" id="{C951CFBF-6B32-DAF0-4018-EF2712AB5A91}"/>
              </a:ext>
            </a:extLst>
          </p:cNvPr>
          <p:cNvSpPr/>
          <p:nvPr/>
        </p:nvSpPr>
        <p:spPr>
          <a:xfrm>
            <a:off x="3815678" y="1413172"/>
            <a:ext cx="126905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Labelling</a:t>
            </a:r>
            <a:endParaRPr lang="en-US" sz="14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C28D9E-C76F-9DAC-7651-F06EB3A98905}"/>
              </a:ext>
            </a:extLst>
          </p:cNvPr>
          <p:cNvSpPr/>
          <p:nvPr/>
        </p:nvSpPr>
        <p:spPr>
          <a:xfrm>
            <a:off x="696106" y="3720032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Resolution/PSF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A9F2D14-2555-9F26-D4BF-3188BC62080C}"/>
              </a:ext>
            </a:extLst>
          </p:cNvPr>
          <p:cNvSpPr/>
          <p:nvPr/>
        </p:nvSpPr>
        <p:spPr>
          <a:xfrm>
            <a:off x="2872186" y="3720935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Sampling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9138CC2-BA04-45DC-CF82-3C91A60B0F8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52257" y="4292748"/>
            <a:ext cx="832256" cy="70366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E13B701-84E2-E02D-545C-9C8A04A52ED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81508" y="4297224"/>
            <a:ext cx="832257" cy="702477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2B63D2FD-4B9B-57C9-562D-BB3DF64CDAD0}"/>
              </a:ext>
            </a:extLst>
          </p:cNvPr>
          <p:cNvSpPr/>
          <p:nvPr/>
        </p:nvSpPr>
        <p:spPr>
          <a:xfrm>
            <a:off x="5024038" y="3710507"/>
            <a:ext cx="2308224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Crosstalk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EACA2A54-2681-B67B-0842-9EBDAD08A85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2211" y="539056"/>
            <a:ext cx="2268146" cy="1838525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384FB6C2-B209-B6CE-1E4F-1EFF7868AB9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13424" t="14987"/>
          <a:stretch/>
        </p:blipFill>
        <p:spPr>
          <a:xfrm>
            <a:off x="5747588" y="2331691"/>
            <a:ext cx="1139922" cy="1055546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A36149A3-C084-FA43-A02C-A1FD6DA50F5F}"/>
              </a:ext>
            </a:extLst>
          </p:cNvPr>
          <p:cNvSpPr/>
          <p:nvPr/>
        </p:nvSpPr>
        <p:spPr>
          <a:xfrm>
            <a:off x="7393134" y="3720031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Aberrations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E5E4AD4-46BE-C3DE-455D-BA1C8FC54A87}"/>
              </a:ext>
            </a:extLst>
          </p:cNvPr>
          <p:cNvSpPr txBox="1"/>
          <p:nvPr/>
        </p:nvSpPr>
        <p:spPr>
          <a:xfrm>
            <a:off x="5194707" y="594505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405nm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C0C9408-DA90-B036-E614-4D4AA85F00FC}"/>
              </a:ext>
            </a:extLst>
          </p:cNvPr>
          <p:cNvSpPr txBox="1"/>
          <p:nvPr/>
        </p:nvSpPr>
        <p:spPr>
          <a:xfrm>
            <a:off x="6297123" y="5940514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514 nm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9045A3E-E48A-403B-2921-9A752747A5AC}"/>
              </a:ext>
            </a:extLst>
          </p:cNvPr>
          <p:cNvGrpSpPr/>
          <p:nvPr/>
        </p:nvGrpSpPr>
        <p:grpSpPr>
          <a:xfrm>
            <a:off x="5095537" y="5096602"/>
            <a:ext cx="1048782" cy="913820"/>
            <a:chOff x="7660878" y="4186396"/>
            <a:chExt cx="1048782" cy="913820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71AE9273-5340-E31A-9763-84FE284458CE}"/>
                </a:ext>
              </a:extLst>
            </p:cNvPr>
            <p:cNvSpPr/>
            <p:nvPr/>
          </p:nvSpPr>
          <p:spPr>
            <a:xfrm>
              <a:off x="7660878" y="4186396"/>
              <a:ext cx="1048782" cy="91382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024C3ABA-9BCD-4527-C050-B4B167984365}"/>
                </a:ext>
              </a:extLst>
            </p:cNvPr>
            <p:cNvSpPr/>
            <p:nvPr/>
          </p:nvSpPr>
          <p:spPr>
            <a:xfrm>
              <a:off x="7746825" y="4498273"/>
              <a:ext cx="235490" cy="23549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4DBE3DF0-9DF2-430C-E81A-EA69DF66A3A4}"/>
                </a:ext>
              </a:extLst>
            </p:cNvPr>
            <p:cNvSpPr/>
            <p:nvPr/>
          </p:nvSpPr>
          <p:spPr>
            <a:xfrm>
              <a:off x="8069722" y="4262717"/>
              <a:ext cx="235490" cy="23549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F129176D-87EE-F3A7-57C8-EC422B424148}"/>
                </a:ext>
              </a:extLst>
            </p:cNvPr>
            <p:cNvSpPr/>
            <p:nvPr/>
          </p:nvSpPr>
          <p:spPr>
            <a:xfrm>
              <a:off x="8156987" y="4689472"/>
              <a:ext cx="235490" cy="235490"/>
            </a:xfrm>
            <a:prstGeom prst="ellipse">
              <a:avLst/>
            </a:prstGeom>
            <a:solidFill>
              <a:srgbClr val="FFFF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41783623-A939-6F66-798D-6A627CD80F30}"/>
                </a:ext>
              </a:extLst>
            </p:cNvPr>
            <p:cNvSpPr/>
            <p:nvPr/>
          </p:nvSpPr>
          <p:spPr>
            <a:xfrm>
              <a:off x="8368441" y="4449989"/>
              <a:ext cx="235490" cy="23549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A8B1EDF-BEB5-E441-ED97-FECAF5B343FD}"/>
              </a:ext>
            </a:extLst>
          </p:cNvPr>
          <p:cNvGrpSpPr/>
          <p:nvPr/>
        </p:nvGrpSpPr>
        <p:grpSpPr>
          <a:xfrm>
            <a:off x="6191721" y="5095590"/>
            <a:ext cx="1048782" cy="913820"/>
            <a:chOff x="7660878" y="4186396"/>
            <a:chExt cx="1048782" cy="913820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1D1A241-25B3-E236-888C-A9DD77A40DAE}"/>
                </a:ext>
              </a:extLst>
            </p:cNvPr>
            <p:cNvSpPr/>
            <p:nvPr/>
          </p:nvSpPr>
          <p:spPr>
            <a:xfrm>
              <a:off x="7660878" y="4186396"/>
              <a:ext cx="1048782" cy="91382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07AAE074-7728-4EE4-DCF1-A9CE90F9E974}"/>
                </a:ext>
              </a:extLst>
            </p:cNvPr>
            <p:cNvSpPr/>
            <p:nvPr/>
          </p:nvSpPr>
          <p:spPr>
            <a:xfrm>
              <a:off x="8069722" y="4262717"/>
              <a:ext cx="235490" cy="23549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CB532231-6A83-6EC1-0510-66D2599FF95F}"/>
                </a:ext>
              </a:extLst>
            </p:cNvPr>
            <p:cNvSpPr/>
            <p:nvPr/>
          </p:nvSpPr>
          <p:spPr>
            <a:xfrm>
              <a:off x="8156987" y="4689472"/>
              <a:ext cx="235490" cy="23549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2A265E8F-C3C8-A3E9-A070-AC058FB20448}"/>
              </a:ext>
            </a:extLst>
          </p:cNvPr>
          <p:cNvSpPr txBox="1"/>
          <p:nvPr/>
        </p:nvSpPr>
        <p:spPr>
          <a:xfrm>
            <a:off x="1819047" y="6090864"/>
            <a:ext cx="792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29B8143-D4D1-D645-EA98-7FA6E85D974E}"/>
              </a:ext>
            </a:extLst>
          </p:cNvPr>
          <p:cNvSpPr txBox="1"/>
          <p:nvPr/>
        </p:nvSpPr>
        <p:spPr>
          <a:xfrm>
            <a:off x="3057392" y="5639914"/>
            <a:ext cx="1803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Optimal Nyquist</a:t>
            </a:r>
            <a:br>
              <a:rPr lang="en-US" dirty="0"/>
            </a:br>
            <a:r>
              <a:rPr lang="en-US" dirty="0"/>
              <a:t>sampling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7ED9C5E-5E90-8CB9-EE84-48870D5708CD}"/>
              </a:ext>
            </a:extLst>
          </p:cNvPr>
          <p:cNvSpPr txBox="1"/>
          <p:nvPr/>
        </p:nvSpPr>
        <p:spPr>
          <a:xfrm>
            <a:off x="691725" y="6051481"/>
            <a:ext cx="79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reality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898E85A-264C-1E4C-465B-E642D7783548}"/>
              </a:ext>
            </a:extLst>
          </p:cNvPr>
          <p:cNvSpPr txBox="1"/>
          <p:nvPr/>
        </p:nvSpPr>
        <p:spPr>
          <a:xfrm>
            <a:off x="6596056" y="4215283"/>
            <a:ext cx="797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reality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16AB716-08AC-5C40-AEBB-A66E49C888F9}"/>
              </a:ext>
            </a:extLst>
          </p:cNvPr>
          <p:cNvGrpSpPr/>
          <p:nvPr/>
        </p:nvGrpSpPr>
        <p:grpSpPr>
          <a:xfrm>
            <a:off x="5596292" y="4079549"/>
            <a:ext cx="1048782" cy="913820"/>
            <a:chOff x="7660878" y="4186396"/>
            <a:chExt cx="1048782" cy="913820"/>
          </a:xfrm>
          <a:solidFill>
            <a:srgbClr val="E8E8E8"/>
          </a:solidFill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20DD1185-D60A-CF86-70EA-E39EEA5B9EBD}"/>
                </a:ext>
              </a:extLst>
            </p:cNvPr>
            <p:cNvSpPr/>
            <p:nvPr/>
          </p:nvSpPr>
          <p:spPr>
            <a:xfrm>
              <a:off x="7660878" y="4186396"/>
              <a:ext cx="1048782" cy="91382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53397E8-520A-8042-8B32-182D818C40F9}"/>
                </a:ext>
              </a:extLst>
            </p:cNvPr>
            <p:cNvSpPr/>
            <p:nvPr/>
          </p:nvSpPr>
          <p:spPr>
            <a:xfrm>
              <a:off x="7818268" y="4582953"/>
              <a:ext cx="92604" cy="92604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DF04C191-C9AA-1135-3BE2-7E7F163234FF}"/>
                </a:ext>
              </a:extLst>
            </p:cNvPr>
            <p:cNvSpPr/>
            <p:nvPr/>
          </p:nvSpPr>
          <p:spPr>
            <a:xfrm>
              <a:off x="8138666" y="4337396"/>
              <a:ext cx="93206" cy="93206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1553A5E4-2A3F-9ABC-CFF7-432AF40F71FC}"/>
                </a:ext>
              </a:extLst>
            </p:cNvPr>
            <p:cNvSpPr/>
            <p:nvPr/>
          </p:nvSpPr>
          <p:spPr>
            <a:xfrm>
              <a:off x="8231872" y="4760614"/>
              <a:ext cx="93206" cy="93206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4D32F927-2C1C-1150-9FA5-3F86186E8FAD}"/>
                </a:ext>
              </a:extLst>
            </p:cNvPr>
            <p:cNvSpPr/>
            <p:nvPr/>
          </p:nvSpPr>
          <p:spPr>
            <a:xfrm>
              <a:off x="8436419" y="4523414"/>
              <a:ext cx="92604" cy="92604"/>
            </a:xfrm>
            <a:prstGeom prst="ellipse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2" name="Oval 191">
            <a:extLst>
              <a:ext uri="{FF2B5EF4-FFF2-40B4-BE49-F238E27FC236}">
                <a16:creationId xmlns:a16="http://schemas.microsoft.com/office/drawing/2014/main" id="{687FD5F9-DCBB-FD9B-B4E3-99D77DB19D79}"/>
              </a:ext>
            </a:extLst>
          </p:cNvPr>
          <p:cNvSpPr/>
          <p:nvPr/>
        </p:nvSpPr>
        <p:spPr>
          <a:xfrm>
            <a:off x="7604091" y="4574951"/>
            <a:ext cx="92604" cy="92604"/>
          </a:xfrm>
          <a:prstGeom prst="ellipse">
            <a:avLst/>
          </a:prstGeom>
          <a:noFill/>
          <a:ln>
            <a:solidFill>
              <a:srgbClr val="3B7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96B1610D-7FF3-CEA6-DE83-CFA55AD0E905}"/>
              </a:ext>
            </a:extLst>
          </p:cNvPr>
          <p:cNvSpPr/>
          <p:nvPr/>
        </p:nvSpPr>
        <p:spPr>
          <a:xfrm>
            <a:off x="8051842" y="4476188"/>
            <a:ext cx="197526" cy="197526"/>
          </a:xfrm>
          <a:prstGeom prst="ellipse">
            <a:avLst/>
          </a:prstGeom>
          <a:solidFill>
            <a:srgbClr val="00B0F0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8609ACD-3EBA-F848-D801-38DA5AFE344A}"/>
              </a:ext>
            </a:extLst>
          </p:cNvPr>
          <p:cNvSpPr/>
          <p:nvPr/>
        </p:nvSpPr>
        <p:spPr>
          <a:xfrm>
            <a:off x="8105182" y="4529528"/>
            <a:ext cx="197526" cy="197526"/>
          </a:xfrm>
          <a:prstGeom prst="ellipse">
            <a:avLst/>
          </a:prstGeom>
          <a:solidFill>
            <a:srgbClr val="FFFF00">
              <a:alpha val="6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D05319CD-A040-F27E-0117-E6219EE63743}"/>
              </a:ext>
            </a:extLst>
          </p:cNvPr>
          <p:cNvSpPr/>
          <p:nvPr/>
        </p:nvSpPr>
        <p:spPr>
          <a:xfrm>
            <a:off x="7637165" y="5348687"/>
            <a:ext cx="92604" cy="9260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C07A5322-9520-7165-1419-338751D0A1A8}"/>
              </a:ext>
            </a:extLst>
          </p:cNvPr>
          <p:cNvSpPr/>
          <p:nvPr/>
        </p:nvSpPr>
        <p:spPr>
          <a:xfrm>
            <a:off x="8136747" y="5157574"/>
            <a:ext cx="79474" cy="335624"/>
          </a:xfrm>
          <a:prstGeom prst="ellipse">
            <a:avLst/>
          </a:prstGeom>
          <a:solidFill>
            <a:srgbClr val="00B0F0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2B857D3-88E1-E624-3EB9-87447C167370}"/>
              </a:ext>
            </a:extLst>
          </p:cNvPr>
          <p:cNvSpPr txBox="1"/>
          <p:nvPr/>
        </p:nvSpPr>
        <p:spPr>
          <a:xfrm>
            <a:off x="8272320" y="5157574"/>
            <a:ext cx="124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Astigmatic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B3B9CD3-AB28-17C4-2F80-776EF9BF3917}"/>
              </a:ext>
            </a:extLst>
          </p:cNvPr>
          <p:cNvSpPr txBox="1"/>
          <p:nvPr/>
        </p:nvSpPr>
        <p:spPr>
          <a:xfrm>
            <a:off x="8272320" y="4403584"/>
            <a:ext cx="124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Chromatic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CDA03AE-94FA-6F88-6A26-DBF4BDBA67AE}"/>
              </a:ext>
            </a:extLst>
          </p:cNvPr>
          <p:cNvSpPr txBox="1"/>
          <p:nvPr/>
        </p:nvSpPr>
        <p:spPr>
          <a:xfrm rot="5400000">
            <a:off x="8168839" y="5557740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EF3BF66-7B54-6E19-DBAB-31AD0AD650FE}"/>
              </a:ext>
            </a:extLst>
          </p:cNvPr>
          <p:cNvSpPr/>
          <p:nvPr/>
        </p:nvSpPr>
        <p:spPr>
          <a:xfrm>
            <a:off x="9537973" y="3720032"/>
            <a:ext cx="2074515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04443551-69DE-7B3B-83BC-885239C5F9DD}"/>
              </a:ext>
            </a:extLst>
          </p:cNvPr>
          <p:cNvSpPr/>
          <p:nvPr/>
        </p:nvSpPr>
        <p:spPr>
          <a:xfrm>
            <a:off x="9542473" y="3710507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Illumination</a:t>
            </a:r>
          </a:p>
        </p:txBody>
      </p:sp>
      <p:pic>
        <p:nvPicPr>
          <p:cNvPr id="236" name="Picture 235">
            <a:extLst>
              <a:ext uri="{FF2B5EF4-FFF2-40B4-BE49-F238E27FC236}">
                <a16:creationId xmlns:a16="http://schemas.microsoft.com/office/drawing/2014/main" id="{88428501-5197-11D4-E426-34D1415F4888}"/>
              </a:ext>
            </a:extLst>
          </p:cNvPr>
          <p:cNvPicPr>
            <a:picLocks noChangeAspect="1"/>
          </p:cNvPicPr>
          <p:nvPr/>
        </p:nvPicPr>
        <p:blipFill>
          <a:blip r:embed="rId25">
            <a:grayscl/>
          </a:blip>
          <a:stretch>
            <a:fillRect/>
          </a:stretch>
        </p:blipFill>
        <p:spPr>
          <a:xfrm>
            <a:off x="9778695" y="4414186"/>
            <a:ext cx="1690010" cy="1272558"/>
          </a:xfrm>
          <a:prstGeom prst="rect">
            <a:avLst/>
          </a:prstGeom>
        </p:spPr>
      </p:pic>
      <p:sp>
        <p:nvSpPr>
          <p:cNvPr id="237" name="TextBox 236">
            <a:extLst>
              <a:ext uri="{FF2B5EF4-FFF2-40B4-BE49-F238E27FC236}">
                <a16:creationId xmlns:a16="http://schemas.microsoft.com/office/drawing/2014/main" id="{03856C4A-228F-68E4-C8D8-1716D6449780}"/>
              </a:ext>
            </a:extLst>
          </p:cNvPr>
          <p:cNvSpPr txBox="1"/>
          <p:nvPr/>
        </p:nvSpPr>
        <p:spPr>
          <a:xfrm>
            <a:off x="9463149" y="5911548"/>
            <a:ext cx="2225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Bright and dim areas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C9CAA70-E1FC-C6D5-5F3B-5219EF59AE6A}"/>
              </a:ext>
            </a:extLst>
          </p:cNvPr>
          <p:cNvGrpSpPr/>
          <p:nvPr/>
        </p:nvGrpSpPr>
        <p:grpSpPr>
          <a:xfrm>
            <a:off x="8440378" y="606050"/>
            <a:ext cx="1482240" cy="2762542"/>
            <a:chOff x="6837788" y="484573"/>
            <a:chExt cx="2926903" cy="5455051"/>
          </a:xfrm>
        </p:grpSpPr>
        <p:pic>
          <p:nvPicPr>
            <p:cNvPr id="239" name="Picture 238">
              <a:extLst>
                <a:ext uri="{FF2B5EF4-FFF2-40B4-BE49-F238E27FC236}">
                  <a16:creationId xmlns:a16="http://schemas.microsoft.com/office/drawing/2014/main" id="{722DB25C-786E-A428-B444-0BF0CA6CB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6837788" y="484573"/>
              <a:ext cx="2428394" cy="2428394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orthographicFront">
                <a:rot lat="0" lon="0" rev="5400000"/>
              </a:camera>
              <a:lightRig rig="threePt" dir="t"/>
            </a:scene3d>
          </p:spPr>
        </p:pic>
        <p:pic>
          <p:nvPicPr>
            <p:cNvPr id="240" name="Picture 239">
              <a:extLst>
                <a:ext uri="{FF2B5EF4-FFF2-40B4-BE49-F238E27FC236}">
                  <a16:creationId xmlns:a16="http://schemas.microsoft.com/office/drawing/2014/main" id="{58E58BAC-DB7E-4D1E-863C-B8F93247F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071185" y="670579"/>
              <a:ext cx="2416551" cy="2440961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96AEB38F-E459-CC2E-5F49-FC5C4801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268846" y="845675"/>
              <a:ext cx="2428394" cy="2428394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42" name="Picture 241">
              <a:extLst>
                <a:ext uri="{FF2B5EF4-FFF2-40B4-BE49-F238E27FC236}">
                  <a16:creationId xmlns:a16="http://schemas.microsoft.com/office/drawing/2014/main" id="{2316F0A7-DC8D-0466-BEB1-30F1E4CE0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964046" y="3710625"/>
              <a:ext cx="2495845" cy="1924199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756A3A16-A9C4-2909-5660-E1F3B41E9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116446" y="3863025"/>
              <a:ext cx="2495845" cy="1924199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44" name="Picture 243">
              <a:extLst>
                <a:ext uri="{FF2B5EF4-FFF2-40B4-BE49-F238E27FC236}">
                  <a16:creationId xmlns:a16="http://schemas.microsoft.com/office/drawing/2014/main" id="{FAC03F99-68DC-00E6-640A-972CB171C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268846" y="4015425"/>
              <a:ext cx="2495845" cy="1924199"/>
            </a:xfrm>
            <a:prstGeom prst="rect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sp>
        <p:nvSpPr>
          <p:cNvPr id="248" name="Rectangle 247">
            <a:extLst>
              <a:ext uri="{FF2B5EF4-FFF2-40B4-BE49-F238E27FC236}">
                <a16:creationId xmlns:a16="http://schemas.microsoft.com/office/drawing/2014/main" id="{B7AD69E1-5398-A5A8-748B-24AB7A2A3627}"/>
              </a:ext>
            </a:extLst>
          </p:cNvPr>
          <p:cNvSpPr/>
          <p:nvPr/>
        </p:nvSpPr>
        <p:spPr>
          <a:xfrm>
            <a:off x="-1557029" y="3712412"/>
            <a:ext cx="2080279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3CA6AC00-1D3D-9840-39E5-6A401922C06F}"/>
              </a:ext>
            </a:extLst>
          </p:cNvPr>
          <p:cNvSpPr/>
          <p:nvPr/>
        </p:nvSpPr>
        <p:spPr>
          <a:xfrm>
            <a:off x="-1551794" y="3712412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207D8D5-B806-4378-3345-9E2EDCBA6CDC}"/>
              </a:ext>
            </a:extLst>
          </p:cNvPr>
          <p:cNvSpPr/>
          <p:nvPr/>
        </p:nvSpPr>
        <p:spPr>
          <a:xfrm>
            <a:off x="11686531" y="3712412"/>
            <a:ext cx="2080279" cy="2802604"/>
          </a:xfrm>
          <a:prstGeom prst="rect">
            <a:avLst/>
          </a:prstGeom>
          <a:solidFill>
            <a:schemeClr val="accent2">
              <a:lumMod val="20000"/>
              <a:lumOff val="8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BAE51189-94A9-9D04-894D-059269364F4F}"/>
              </a:ext>
            </a:extLst>
          </p:cNvPr>
          <p:cNvSpPr/>
          <p:nvPr/>
        </p:nvSpPr>
        <p:spPr>
          <a:xfrm>
            <a:off x="11691766" y="3712412"/>
            <a:ext cx="2070015" cy="292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03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97ed99b7-fcb0-48fe-879d-fe69e3cdbe3a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97ed99b7-fcb0-48fe-879d-fe69e3cdbe3a&quot;:{&quot;id&quot;:&quot;97ed99b7-fcb0-48fe-879d-fe69e3cdbe3a&quot;,&quot;name&quot;:&quot;Chamber slide (eight)&quot;,&quot;displayName&quot;:&quot;Eight chamber slide&quot;,&quot;type&quot;:&quot;FIGURE_OBJECT&quot;,&quot;relativeTransform&quot;:{&quot;translate&quot;:{&quot;x&quot;:-511.84232978668564,&quot;y&quot;:-179.58882400207438},&quot;rotate&quot;:0,&quot;skewX&quot;:0,&quot;scale&quot;:{&quot;x&quot;:0.696,&quot;y&quot;:0.7368225806451612}},&quot;image&quot;:{&quot;url&quot;:&quot;https://icons.cdn.biorender.com/biorender/5cf9877578e04c0400a78370/20190606213844/image/5cf9877578e04c0400a78370.png&quot;,&quot;isPremium&quot;:false,&quot;isOrgIcon&quot;:false,&quot;size&quot;:{&quot;x&quot;:250,&quot;y&quot;:140.58956916099774}},&quot;source&quot;:{&quot;id&quot;:&quot;5cf9877578e04c0400a78370&quot;,&quot;version&quot;:&quot;20190606213844&quot;,&quot;type&quot;:&quot;ASSETS&quot;},&quot;isPremium&quot;:false,&quot;parent&quot;:{&quot;type&quot;:&quot;CHILD&quot;,&quot;parentId&quot;:&quot;baf1229b-83eb-461f-803e-daa998c4158e&quot;,&quot;order&quot;:&quot;9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6b179abf-9d9e-402f-bc01-7b812b104cf5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6b179abf-9d9e-402f-bc01-7b812b104cf5&quot;:{&quot;id&quot;:&quot;6b179abf-9d9e-402f-bc01-7b812b104cf5&quot;,&quot;name&quot;:&quot;Pipette (symbol)&quot;,&quot;displayName&quot;:&quot;&quot;,&quot;type&quot;:&quot;FIGURE_OBJECT&quot;,&quot;relativeTransform&quot;:{&quot;translate&quot;:{&quot;x&quot;:-571.9827747120183,&quot;y&quot;:90.79528709498425},&quot;rotate&quot;:0,&quot;skewX&quot;:0,&quot;scale&quot;:{&quot;x&quot;:1,&quot;y&quot;:1}},&quot;image&quot;:{&quot;url&quot;:&quot;https://icons.cdn.biorender.com/biorender/61e8605da373b400299f0eec/20220119190343/image/61e8605da373b400299f0eec.png&quot;,&quot;isPremium&quot;:false,&quot;isOrgIcon&quot;:false,&quot;size&quot;:{&quot;x&quot;:100,&quot;y&quot;:100}},&quot;source&quot;:{&quot;id&quot;:&quot;61e8605da373b400299f0eec&quot;,&quot;version&quot;:&quot;20220119190343&quot;,&quot;type&quot;:&quot;ASSETS&quot;},&quot;isPremium&quot;:false,&quot;parent&quot;:{&quot;type&quot;:&quot;CHILD&quot;,&quot;parentId&quot;:&quot;baf1229b-83eb-461f-803e-daa998c4158e&quot;,&quot;order&quot;:&quot;97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efb679a1-7d36-4753-a4b4-c22cd7a19c58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efb679a1-7d36-4753-a4b4-c22cd7a19c58&quot;:{&quot;id&quot;:&quot;efb679a1-7d36-4753-a4b4-c22cd7a19c58&quot;,&quot;name&quot;:&quot;Generic fluorescent protein&quot;,&quot;displayName&quot;:&quot;&quot;,&quot;type&quot;:&quot;FIGURE_OBJECT&quot;,&quot;relativeTransform&quot;:{&quot;translate&quot;:{&quot;x&quot;:91.39420510592421,&quot;y&quot;:-263.7474169369782},&quot;rotate&quot;:0,&quot;skewX&quot;:0,&quot;scale&quot;:{&quot;x&quot;:0.4049774397891843,&quot;y&quot;:0.42662863262089956}},&quot;image&quot;:{&quot;url&quot;:&quot;https://icons.cdn.biorender.com/biorender/647f58a034281a00208d64ac/647f583134281a00208d64a5.png&quot;,&quot;isPremium&quot;:false,&quot;isOrgIcon&quot;:false,&quot;size&quot;:{&quot;x&quot;:100,&quot;y&quot;:147.22222222222223},&quot;fallbackUrl&quot;:&quot;sources/icons/647f58a034281a00208d64ac/647f583134281a00208d64a5.svg&quot;},&quot;source&quot;:{&quot;id&quot;:&quot;647f583134281a00208d64a5&quot;,&quot;version&quot;:&quot;20230606160238&quot;,&quot;type&quot;:&quot;ASSETS&quot;},&quot;isPremium&quot;:false,&quot;parent&quot;:{&quot;type&quot;:&quot;CHILD&quot;,&quot;parentId&quot;:&quot;baf1229b-83eb-461f-803e-daa998c4158e&quot;,&quot;order&quot;:&quot;99999997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85684a36-d094-4f6d-9d8f-aab7e3fe6c48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60c80e91-8553-4fb3-920c-a7d40fceba55&quot;:{&quot;type&quot;:&quot;FIGURE_OBJECT&quot;,&quot;id&quot;:&quot;60c80e91-8553-4fb3-920c-a7d40fceba55&quot;,&quot;relativeTransform&quot;:{&quot;translate&quot;:{&quot;x&quot;:-110.85261625638475,&quot;y&quot;:-73.18594973162033},&quot;rotate&quot;:0},&quot;opacity&quot;:1,&quot;path&quot;:{&quot;type&quot;:&quot;STAR_POLY&quot;,&quot;size&quot;:{&quot;x&quot;:23.20745195567963,&quot;y&quot;:24.19500310272986},&quot;startAngle&quot;:-1.5707963267948966,&quot;corners&quot;:6,&quot;cornerRounding&quot;:{&quot;type&quot;:&quot;ARC_LENGTH&quot;,&quot;global&quot;:0}},&quot;pathStyles&quot;:[{&quot;type&quot;:&quot;FILL&quot;,&quot;fillStyle&quot;:&quot;rgba(211, 117, 56, 1)&quot;},{&quot;type&quot;:&quot;STROKE&quot;,&quot;strokeStyle&quot;:&quot;rgba(114, 54, 29, 1)&quot;,&quot;lineWidth&quot;:0.92129569116947,&quot;lineJoin&quot;:&quot;round&quot;}],&quot;isLocked&quot;:false,&quot;parent&quot;:{&quot;type&quot;:&quot;CHILD&quot;,&quot;parentId&quot;:&quot;85684a36-d094-4f6d-9d8f-aab7e3fe6c48&quot;,&quot;order&quot;:&quot;1&quot;}},&quot;91adaf8a-ecdb-4494-ad86-6536bd47ac58&quot;:{&quot;type&quot;:&quot;FIGURE_OBJECT&quot;,&quot;id&quot;:&quot;91adaf8a-ecdb-4494-ad86-6536bd47ac58&quot;,&quot;relativeTransform&quot;:{&quot;translate&quot;:{&quot;x&quot;:-90.93909502125932,&quot;y&quot;:-73.1857940638534},&quot;rotate&quot;:0},&quot;opacity&quot;:1,&quot;path&quot;:{&quot;type&quot;:&quot;STAR_POLY&quot;,&quot;size&quot;:{&quot;x&quot;:23.20745195567963,&quot;y&quot;:24.19500310272986},&quot;startAngle&quot;:-1.5707963267948966,&quot;corners&quot;:6,&quot;cornerRounding&quot;:{&quot;type&quot;:&quot;ARC_LENGTH&quot;,&quot;global&quot;:0}},&quot;pathStyles&quot;:[{&quot;type&quot;:&quot;FILL&quot;,&quot;fillStyle&quot;:&quot;rgba(211, 117, 56, 1)&quot;},{&quot;type&quot;:&quot;STROKE&quot;,&quot;strokeStyle&quot;:&quot;rgba(114, 54, 29, 1)&quot;,&quot;lineWidth&quot;:0.92129569116947,&quot;lineJoin&quot;:&quot;round&quot;}],&quot;isLocked&quot;:false,&quot;parent&quot;:{&quot;type&quot;:&quot;CHILD&quot;,&quot;parentId&quot;:&quot;85684a36-d094-4f6d-9d8f-aab7e3fe6c48&quot;,&quot;order&quot;:&quot;2&quot;}},&quot;b7fce2c6-b236-459a-8eac-69c776f8f6ca&quot;:{&quot;type&quot;:&quot;FIGURE_OBJECT&quot;,&quot;id&quot;:&quot;b7fce2c6-b236-459a-8eac-69c776f8f6ca&quot;,&quot;relativeTransform&quot;:{&quot;translate&quot;:{&quot;x&quot;:-71.02557378613388,&quot;y&quot;:-73.18578770839815},&quot;rotate&quot;:0},&quot;opacity&quot;:1,&quot;path&quot;:{&quot;type&quot;:&quot;STAR_POLY&quot;,&quot;size&quot;:{&quot;x&quot;:23.20745195567963,&quot;y&quot;:24.19500310272986},&quot;startAngle&quot;:-1.5707963267948966,&quot;corners&quot;:6,&quot;cornerRounding&quot;:{&quot;type&quot;:&quot;ARC_LENGTH&quot;,&quot;global&quot;:0}},&quot;pathStyles&quot;:[{&quot;type&quot;:&quot;FILL&quot;,&quot;fillStyle&quot;:&quot;rgba(211, 117, 56, 1)&quot;},{&quot;type&quot;:&quot;STROKE&quot;,&quot;strokeStyle&quot;:&quot;rgba(114, 54, 29, 1)&quot;,&quot;lineWidth&quot;:0.92129569116947,&quot;lineJoin&quot;:&quot;round&quot;}],&quot;isLocked&quot;:false,&quot;parent&quot;:{&quot;type&quot;:&quot;CHILD&quot;,&quot;parentId&quot;:&quot;85684a36-d094-4f6d-9d8f-aab7e3fe6c48&quot;,&quot;order&quot;:&quot;5&quot;}},&quot;f29d37d6-dba8-4221-97bf-9ebdf03c7e2d&quot;:{&quot;type&quot;:&quot;FIGURE_OBJECT&quot;,&quot;id&quot;:&quot;f29d37d6-dba8-4221-97bf-9ebdf03c7e2d&quot;,&quot;relativeTransform&quot;:{&quot;translate&quot;:{&quot;x&quot;:-90.93912122729058,&quot;y&quot;:-42.51983717254433},&quot;rotate&quot;:0},&quot;opacity&quot;:1,&quot;path&quot;:{&quot;type&quot;:&quot;STAR_POLY&quot;,&quot;size&quot;:{&quot;x&quot;:23.20745195567963,&quot;y&quot;:24.19500310272986},&quot;startAngle&quot;:-1.5707963267948966,&quot;corners&quot;:6,&quot;cornerRounding&quot;:{&quot;type&quot;:&quot;ARC_LENGTH&quot;,&quot;global&quot;:0}},&quot;pathStyles&quot;:[{&quot;type&quot;:&quot;FILL&quot;,&quot;fillStyle&quot;:&quot;rgba(211, 117, 56, 1)&quot;},{&quot;type&quot;:&quot;STROKE&quot;,&quot;strokeStyle&quot;:&quot;rgba(114, 54, 29, 1)&quot;,&quot;lineWidth&quot;:0.92129569116947,&quot;lineJoin&quot;:&quot;round&quot;}],&quot;isLocked&quot;:false,&quot;parent&quot;:{&quot;type&quot;:&quot;CHILD&quot;,&quot;parentId&quot;:&quot;85684a36-d094-4f6d-9d8f-aab7e3fe6c48&quot;,&quot;order&quot;:&quot;6&quot;}},&quot;5ffe2ebc-cbde-47e8-bd08-a0f69440ca8a&quot;:{&quot;type&quot;:&quot;FIGURE_OBJECT&quot;,&quot;id&quot;:&quot;5ffe2ebc-cbde-47e8-bd08-a0f69440ca8a&quot;,&quot;relativeTransform&quot;:{&quot;translate&quot;:{&quot;x&quot;:0,&quot;y&quot;:0},&quot;rotate&quot;:0},&quot;opacity&quot;:1,&quot;path&quot;:{&quot;type&quot;:&quot;POLY_LINE&quot;,&quot;points&quot;:[{&quot;x&quot;:-90.93912122729058,&quot;y&quot;:-61.088292512488465},{&quot;x&quot;:-90.93912122729058,&quot;y&quot;:-54.61733872390926}],&quot;closed&quot;:false},&quot;pathStyles&quot;:[{&quot;type&quot;:&quot;FILL&quot;,&quot;fillStyle&quot;:&quot;rgba(0,0,0,0)&quot;},{&quot;type&quot;:&quot;STROKE&quot;,&quot;strokeStyle&quot;:&quot;rgba(114, 54, 29, 1)&quot;,&quot;lineWidth&quot;:0.92129569116947,&quot;lineJoin&quot;:&quot;round&quot;}],&quot;isLocked&quot;:false,&quot;parent&quot;:{&quot;type&quot;:&quot;CHILD&quot;,&quot;parentId&quot;:&quot;85684a36-d094-4f6d-9d8f-aab7e3fe6c48&quot;,&quot;order&quot;:&quot;7&quot;},&quot;connectorInfo&quot;:{&quot;connectedObjectAtLineStart&quot;:{&quot;objectId&quot;:&quot;91adaf8a-ecdb-4494-ad86-6536bd47ac58&quot;,&quot;coordinates&quot;:{&quot;x&quot;:0.49999887079239386,&quot;y&quot;:1}},&quot;connectedObjectAtLineEnd&quot;:{&quot;objectId&quot;:&quot;f29d37d6-dba8-4221-97bf-9ebdf03c7e2d&quot;,&quot;coordinates&quot;:{&quot;x&quot;:0.5,&quot;y&quot;:0}},&quot;type&quot;:&quot;LINE&quot;,&quot;offset&quot;:{&quot;x&quot;:0,&quot;y&quot;:0},&quot;bending&quot;:0.1,&quot;customized&quot;:false}},&quot;85684a36-d094-4f6d-9d8f-aab7e3fe6c48&quot;:{&quot;type&quot;:&quot;FIGURE_OBJECT&quot;,&quot;id&quot;:&quot;85684a36-d094-4f6d-9d8f-aab7e3fe6c48&quot;,&quot;parent&quot;:{&quot;type&quot;:&quot;CHILD&quot;,&quot;parentId&quot;:&quot;baf1229b-83eb-461f-803e-daa998c4158e&quot;,&quot;order&quot;:&quot;999999998&quot;},&quot;relativeTransform&quot;:{&quot;translate&quot;:{&quot;x&quot;:44.6282084747035,&quot;y&quot;:-212.25370854931137},&quot;rotate&quot;:0,&quot;skewX&quot;:0,&quot;scale&quot;:{&quot;x&quot;:1,&quot;y&quot;:1}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fffe11e3-4a1c-46b2-aef3-8eb3f79db5e8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fffe11e3-4a1c-46b2-aef3-8eb3f79db5e8&quot;:{&quot;id&quot;:&quot;fffe11e3-4a1c-46b2-aef3-8eb3f79db5e8&quot;,&quot;name&quot;:&quot;Generic protein (ball)&quot;,&quot;displayName&quot;:&quot;&quot;,&quot;type&quot;:&quot;FIGURE_OBJECT&quot;,&quot;relativeTransform&quot;:{&quot;translate&quot;:{&quot;x&quot;:-39.49285286467679,&quot;y&quot;:352.6985266824397},&quot;rotate&quot;:0,&quot;skewX&quot;:0,&quot;scale&quot;:{&quot;x&quot;:0.2489661653492899,&quot;y&quot;:0.23264105916094446}},&quot;image&quot;:{&quot;url&quot;:&quot;https://icons.cdn.biorender.com/biorender/5f5003bb78482a0026a94ddd/5b33d1441b9d67001413a55e.png&quot;,&quot;isPremium&quot;:false,&quot;isOrgIcon&quot;:false,&quot;size&quot;:{&quot;x&quot;:100,&quot;y&quot;:100},&quot;fallbackUrl&quot;:&quot;sources/icons/5f5003bb78482a0026a94ddd/5b33d1441b9d67001413a55e.svg&quot;},&quot;source&quot;:{&quot;id&quot;:&quot;5b33d1441b9d67001413a55e&quot;,&quot;version&quot;:&quot;20200902204057&quot;,&quot;type&quot;:&quot;ASSETS&quot;},&quot;isPremium&quot;:false,&quot;parent&quot;:{&quot;type&quot;:&quot;CHILD&quot;,&quot;parentId&quot;:&quot;baf1229b-83eb-461f-803e-daa998c4158e&quot;,&quot;order&quot;:&quot;999999999999999999999999998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f90ca755-13e8-44ff-b78f-59069a9d923f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f90ca755-13e8-44ff-b78f-59069a9d923f&quot;:{&quot;type&quot;:&quot;FIGURE_OBJECT&quot;,&quot;id&quot;:&quot;f90ca755-13e8-44ff-b78f-59069a9d923f&quot;,&quot;relativeTransform&quot;:{&quot;translate&quot;:{&quot;x&quot;:-28.97144757847856,&quot;y&quot;:340.27215617222214},&quot;rotate&quot;:1.357924923574772,&quot;skewX&quot;:-2.7755575615628914e-17,&quot;scale&quot;:{&quot;x&quot;:1,&quot;y&quot;:1}},&quot;opacity&quot;:1,&quot;path&quot;:{&quot;type&quot;:&quot;STAR_POLY&quot;,&quot;size&quot;:{&quot;x&quot;:12.557693731525374,&quot;y&quot;:11.82148462070977},&quot;startAngle&quot;:-1.5707963267948966,&quot;corners&quot;:8,&quot;starRadiusRatio&quot;:0.5945755681277395,&quot;cornerRounding&quot;:{&quot;type&quot;:&quot;ARC_LENGTH&quot;,&quot;global&quot;:0.4261005448972119},&quot;selectedObjectIds&quot;:[&quot;303d1bb2-d3cf-4b49-82ed-6f5d7d6de796&quot;]},&quot;pathStyles&quot;:[{&quot;type&quot;:&quot;FILL&quot;,&quot;fillStyle&quot;:&quot;rgba(200, 77, 76, 1)&quot;},{&quot;type&quot;:&quot;STROKE&quot;,&quot;strokeStyle&quot;:&quot;rgba(107, 21, 25, 1)&quot;,&quot;lineWidth&quot;:0.5896718694285747,&quot;lineJoin&quot;:&quot;round&quot;}],&quot;isLocked&quot;:false,&quot;parent&quot;:{&quot;type&quot;:&quot;CHILD&quot;,&quot;parentId&quot;:&quot;baf1229b-83eb-461f-803e-daa998c4158e&quot;,&quot;order&quot;:&quot;9999999999999999999999999995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d16da4e4-f61f-4501-8b2f-4a6793623959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8e1be40f-72bb-4f2c-bdae-058ebb8ad6c4&quot;:{&quot;type&quot;:&quot;FIGURE_OBJECT&quot;,&quot;id&quot;:&quot;8e1be40f-72bb-4f2c-bdae-058ebb8ad6c4&quot;,&quot;path&quot;:{&quot;type&quot;:&quot;POLY_LINE&quot;,&quot;points&quot;:[{&quot;x&quot;:5.239036048291135,&quot;y&quot;:9.779700586332552},{&quot;x&quot;:5.239036048291135,&quot;y&quot;:14.529858252823145},{&quot;x&quot;:5.239036048291135,&quot;y&quot;:16.946545385751676},{&quot;x&quot;:5.417160698739513,&quot;y&quot;:19.008874743405958},{&quot;x&quot;:6.107178475724316,&quot;y&quot;:19.821440533385278},{&quot;x&quot;:7.481584150383551,&quot;y&quot;:19.821440533385278},{&quot;x&quot;:8.199104358827542,&quot;y&quot;:19.017640222182635},{&quot;x&quot;:8.296263259072107,&quot;y&quot;:17.660346526602474},{&quot;x&quot;:8.296263259072107,&quot;y&quot;:16.82143068290458},{&quot;x&quot;:8.320540043073033,&quot;y&quot;:9.614687999462046},{&quot;x&quot;:8.320540043073033,&quot;y&quot;:2.6103596915290317},{&quot;x&quot;:8.320540043073033,&quot;y&quot;:1.9536964507894423},{&quot;x&quot;:8.385312643236082,&quot;y&quot;:1.2109076991563166},{&quot;x&quot;:8.591902579167188,&quot;y&quot;:0.7157316427770386},{&quot;x&quot;:9.217721616280041,&quot;y&quot;:-0.24260923931846648},{&quot;x&quot;:15.25311720127364,&quot;y&quot;:-8.83849056288348},{&quot;x&quot;:15.641736903143899,&quot;y&quot;:-9.390717972844854},{&quot;x&quot;:15.991583488193465,&quot;y&quot;:-10.05366795290078},{&quot;x&quot;:15.991583488193465,&quot;y&quot;:-10.928588511163001},{&quot;x&quot;:15.647691094021654,&quot;y&quot;:-11.599356620951692},{&quot;x&quot;:14.991808567651423,&quot;y&quot;:-11.979190822021224},{&quot;x&quot;:14.054277144589145,&quot;y&quot;:-11.979190822021224},{&quot;x&quot;:13.404059420622215,&quot;y&quot;:-11.522705585551188},{&quot;x&quot;:12.824824958632089,&quot;y&quot;:-10.740130021105013},{&quot;x&quot;:11.271780895513398,&quot;y&quot;:-8.498415183593918},{&quot;x&quot;:9.188058526512163,&quot;y&quot;:-5.509162382742899},{&quot;x&quot;:7.292537942536089,&quot;y&quot;:-2.825214017172868},{&quot;x&quot;:5.803536537529267,&quot;y&quot;:-0.6935431019491066},{&quot;x&quot;:5.445434736269882,&quot;y&quot;:-0.15728767880810804},{&quot;x&quot;:5.319480565243485,&quot;y&quot;:0.26363306961290567},{&quot;x&quot;:5.214225089978534,&quot;y&quot;:1.749577605202703},{&quot;x&quot;:5.214225089978534,&quot;y&quot;:2.7359242207618997},{&quot;x&quot;:5.214225089978534,&quot;y&quot;:4.67842403500048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66, 121, 189, 1)&quot;},{&quot;type&quot;:&quot;STROKE&quot;,&quot;strokeStyle&quot;:&quot;rgba(37, 58, 120, 1)&quot;,&quot;lineWidth&quot;:0.30017044331957704,&quot;lineJoin&quot;:&quot;round&quot;}],&quot;relativeTransform&quot;:{&quot;translate&quot;:{&quot;x&quot;:-57.32794634050542,&quot;y&quot;:-125.78489930779892},&quot;rotate&quot;:0},&quot;parent&quot;:{&quot;type&quot;:&quot;CHILD&quot;,&quot;parentId&quot;:&quot;4b847272-787e-4494-a72c-0dceb40704f0&quot;,&quot;order&quot;:&quot;1&quot;},&quot;connectorInfo&quot;:{&quot;connectedObjects&quot;:[],&quot;type&quot;:&quot;CUBIC&quot;,&quot;offset&quot;:{&quot;x&quot;:0,&quot;y&quot;:0},&quot;bending&quot;:0.1,&quot;firstElementIsHead&quot;:true,&quot;customized&quot;:true}},&quot;3357393d-82cd-41a3-8f46-e728e3e959db&quot;:{&quot;type&quot;:&quot;FIGURE_OBJECT&quot;,&quot;id&quot;:&quot;3357393d-82cd-41a3-8f46-e728e3e959db&quot;,&quot;relativeTransform&quot;:{&quot;translate&quot;:{&quot;x&quot;:-41.82540976687736,&quot;y&quot;:-129.19064853890532},&quot;rotate&quot;:0.6147863133011933},&quot;opacity&quot;:1,&quot;path&quot;:{&quot;type&quot;:&quot;RECT&quot;,&quot;size&quot;:{&quot;x&quot;:3.4045943605057287,&quot;y&quot;:13.78968620312225},&quot;cornerRounding&quot;:{&quot;type&quot;:&quot;ARC_LENGTH&quot;,&quot;global&quot;:2.882673453285535},&quot;selectedObjectIds&quot;:[&quot;a6aa7d02-4965-4e56-b961-b56c4151f571&quot;]},&quot;pathStyles&quot;:[{&quot;type&quot;:&quot;FILL&quot;,&quot;fillStyle&quot;:&quot;rgba(66, 121, 189, 1)&quot;},{&quot;type&quot;:&quot;STROKE&quot;,&quot;strokeStyle&quot;:&quot;rgba(37, 58, 120, 1)&quot;,&quot;lineWidth&quot;:0.30017044331957693,&quot;lineJoin&quot;:&quot;round&quot;}],&quot;isLocked&quot;:false,&quot;parent&quot;:{&quot;type&quot;:&quot;CHILD&quot;,&quot;parentId&quot;:&quot;4b847272-787e-4494-a72c-0dceb40704f0&quot;,&quot;order&quot;:&quot;2&quot;}},&quot;fbfbcd2f-3527-4bab-be85-c60518ffea60&quot;:{&quot;type&quot;:&quot;FIGURE_OBJECT&quot;,&quot;id&quot;:&quot;fbfbcd2f-3527-4bab-be85-c60518ffea60&quot;,&quot;path&quot;:{&quot;type&quot;:&quot;POLY_LINE&quot;,&quot;points&quot;:[{&quot;x&quot;:-5.239036048291135,&quot;y&quot;:9.779700586332552},{&quot;x&quot;:-5.239036048291135,&quot;y&quot;:14.529858252823145},{&quot;x&quot;:-5.239036048291135,&quot;y&quot;:16.946545385751676},{&quot;x&quot;:-5.417160698739513,&quot;y&quot;:19.008874743405958},{&quot;x&quot;:-6.107178475724316,&quot;y&quot;:19.821440533385278},{&quot;x&quot;:-7.481584150383551,&quot;y&quot;:19.821440533385278},{&quot;x&quot;:-8.199104358827542,&quot;y&quot;:19.017640222182635},{&quot;x&quot;:-8.296263259072107,&quot;y&quot;:17.660346526602474},{&quot;x&quot;:-8.296263259072107,&quot;y&quot;:16.82143068290458},{&quot;x&quot;:-8.320540043073033,&quot;y&quot;:9.614687999462046},{&quot;x&quot;:-8.320540043073033,&quot;y&quot;:2.6103596915290317},{&quot;x&quot;:-8.320540043073033,&quot;y&quot;:1.9536964507894423},{&quot;x&quot;:-8.385312643236082,&quot;y&quot;:1.2109076991563166},{&quot;x&quot;:-8.591902579167188,&quot;y&quot;:0.7157316427770386},{&quot;x&quot;:-9.217721616280041,&quot;y&quot;:-0.24260923931846648},{&quot;x&quot;:-15.25311720127364,&quot;y&quot;:-8.83849056288348},{&quot;x&quot;:-15.641736903143899,&quot;y&quot;:-9.390717972844854},{&quot;x&quot;:-15.991583488193465,&quot;y&quot;:-10.05366795290078},{&quot;x&quot;:-15.991583488193465,&quot;y&quot;:-10.928588511163001},{&quot;x&quot;:-15.647691094021654,&quot;y&quot;:-11.599356620951692},{&quot;x&quot;:-14.991808567651423,&quot;y&quot;:-11.979190822021224},{&quot;x&quot;:-14.054277144589145,&quot;y&quot;:-11.979190822021224},{&quot;x&quot;:-13.404059420622215,&quot;y&quot;:-11.522705585551188},{&quot;x&quot;:-12.824824958632089,&quot;y&quot;:-10.740130021105013},{&quot;x&quot;:-11.271780895513398,&quot;y&quot;:-8.498415183593918},{&quot;x&quot;:-9.188058526512163,&quot;y&quot;:-5.509162382742899},{&quot;x&quot;:-7.292537942536089,&quot;y&quot;:-2.825214017172868},{&quot;x&quot;:-5.803536537529267,&quot;y&quot;:-0.6935431019491066},{&quot;x&quot;:-5.445434736269882,&quot;y&quot;:-0.15728767880810804},{&quot;x&quot;:-5.319480565243485,&quot;y&quot;:0.26363306961290567},{&quot;x&quot;:-5.214225089978534,&quot;y&quot;:1.749577605202703},{&quot;x&quot;:-5.214225089978534,&quot;y&quot;:2.7359242207618997},{&quot;x&quot;:-5.214225089978534,&quot;y&quot;:4.678424035000488}],&quot;closed&quot;:true},&quot;pathSmoothing&quot;:{&quot;type&quot;:&quot;BISECT_SMOOTHING&quot;,&quot;smoothing&quot;:1,&quot;endPointMirroring&quot;:&quot;MIRROR_TANGENT_BOTH&quot;},&quot;pathStyles&quot;:[{&quot;type&quot;:&quot;FILL&quot;,&quot;fillStyle&quot;:&quot;rgba(66, 121, 189, 1)&quot;},{&quot;type&quot;:&quot;STROKE&quot;,&quot;strokeStyle&quot;:&quot;rgba(37, 58, 120, 1)&quot;,&quot;lineWidth&quot;:0.30017044331957704,&quot;lineJoin&quot;:&quot;round&quot;}],&quot;relativeTransform&quot;:{&quot;translate&quot;:{&quot;x&quot;:-49.02864350646504,&quot;y&quot;:-125.78489930779892},&quot;rotate&quot;:-2.4492935982947054e-16},&quot;parent&quot;:{&quot;type&quot;:&quot;CHILD&quot;,&quot;parentId&quot;:&quot;4b847272-787e-4494-a72c-0dceb40704f0&quot;,&quot;order&quot;:&quot;5&quot;},&quot;connectorInfo&quot;:{&quot;connectedObjects&quot;:[],&quot;type&quot;:&quot;CUBIC&quot;,&quot;offset&quot;:{&quot;x&quot;:0,&quot;y&quot;:0},&quot;bending&quot;:0.1,&quot;firstElementIsHead&quot;:true,&quot;customized&quot;:true}},&quot;9dce3af6-3ce8-4085-a121-cf60097e24a9&quot;:{&quot;type&quot;:&quot;FIGURE_OBJECT&quot;,&quot;id&quot;:&quot;9dce3af6-3ce8-4085-a121-cf60097e24a9&quot;,&quot;relativeTransform&quot;:{&quot;translate&quot;:{&quot;x&quot;:-64.5311800800931,&quot;y&quot;:-129.19064853890532},&quot;rotate&quot;:-0.6147863133011937},&quot;opacity&quot;:1,&quot;path&quot;:{&quot;type&quot;:&quot;RECT&quot;,&quot;size&quot;:{&quot;x&quot;:-3.404594360505727,&quot;y&quot;:13.789686203122251},&quot;cornerRounding&quot;:{&quot;type&quot;:&quot;ARC_LENGTH&quot;,&quot;global&quot;:2.8826734532855336},&quot;selectedObjectIds&quot;:[&quot;a6aa7d02-4965-4e56-b961-b56c4151f571&quot;]},&quot;pathStyles&quot;:[{&quot;type&quot;:&quot;FILL&quot;,&quot;fillStyle&quot;:&quot;rgba(66, 121, 189, 1)&quot;},{&quot;type&quot;:&quot;STROKE&quot;,&quot;strokeStyle&quot;:&quot;rgba(37, 58, 120, 1)&quot;,&quot;lineWidth&quot;:0.3001704433195768,&quot;lineJoin&quot;:&quot;round&quot;}],&quot;isLocked&quot;:false,&quot;parent&quot;:{&quot;type&quot;:&quot;CHILD&quot;,&quot;parentId&quot;:&quot;4b847272-787e-4494-a72c-0dceb40704f0&quot;,&quot;order&quot;:&quot;7&quot;}},&quot;4b847272-787e-4494-a72c-0dceb40704f0&quot;:{&quot;type&quot;:&quot;FIGURE_OBJECT&quot;,&quot;id&quot;:&quot;4b847272-787e-4494-a72c-0dceb40704f0&quot;,&quot;parent&quot;:{&quot;type&quot;:&quot;CHILD&quot;,&quot;parentId&quot;:&quot;d16da4e4-f61f-4501-8b2f-4a6793623959&quot;,&quot;order&quot;:&quot;2&quot;},&quot;relativeTransform&quot;:{&quot;translate&quot;:{&quot;x&quot;:-74.43429453439313,&quot;y&quot;:59.93041655172942},&quot;rotate&quot;:3.141592653589793,&quot;skewX&quot;:0,&quot;scale&quot;:{&quot;x&quot;:1,&quot;y&quot;:1}}},&quot;cbe30c1f-deeb-4397-a9d3-8b8ac7ccabc0&quot;:{&quot;id&quot;:&quot;cbe30c1f-deeb-4397-a9d3-8b8ac7ccabc0&quot;,&quot;name&quot;:&quot;Generic protein (ball)&quot;,&quot;displayName&quot;:&quot;&quot;,&quot;type&quot;:&quot;FIGURE_OBJECT&quot;,&quot;relativeTransform&quot;:{&quot;translate&quot;:{&quot;x&quot;:-39.355554911804425,&quot;y&quot;:200.75490057738472},&quot;rotate&quot;:0,&quot;skewX&quot;:0,&quot;scale&quot;:{&quot;x&quot;:0.15204756648408,&quot;y&quot;:0.1420775664840812}},&quot;image&quot;:{&quot;url&quot;:&quot;https://icons.cdn.biorender.com/biorender/5f5003bb78482a0026a94ddd/5b33d1441b9d67001413a55e.png&quot;,&quot;isPremium&quot;:false,&quot;isOrgIcon&quot;:false,&quot;size&quot;:{&quot;x&quot;:100,&quot;y&quot;:100},&quot;fallbackUrl&quot;:&quot;sources/icons/5f5003bb78482a0026a94ddd/5b33d1441b9d67001413a55e.svg&quot;},&quot;source&quot;:{&quot;id&quot;:&quot;5b33d1441b9d67001413a55e&quot;,&quot;version&quot;:&quot;20200902204057&quot;,&quot;type&quot;:&quot;ASSETS&quot;},&quot;isPremium&quot;:false,&quot;parent&quot;:{&quot;type&quot;:&quot;CHILD&quot;,&quot;parentId&quot;:&quot;d16da4e4-f61f-4501-8b2f-4a6793623959&quot;,&quot;order&quot;:&quot;5&quot;}},&quot;d16da4e4-f61f-4501-8b2f-4a6793623959&quot;:{&quot;type&quot;:&quot;FIGURE_OBJECT&quot;,&quot;id&quot;:&quot;d16da4e4-f61f-4501-8b2f-4a6793623959&quot;,&quot;parent&quot;:{&quot;type&quot;:&quot;CHILD&quot;,&quot;parentId&quot;:&quot;baf1229b-83eb-461f-803e-daa998c4158e&quot;,&quot;order&quot;:&quot;99999999999999999997&quot;},&quot;relativeTransform&quot;:{&quot;translate&quot;:{&quot;x&quot;:-13.608956004604558,&quot;y&quot;:2.8637822650957503}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6170308d12c396bffbbd78"/>
  <p:tag name="FIGURESLIDEID" val="baf1229b-83eb-461f-803e-daa998c4158e"/>
  <p:tag name="SELECTIONIDS" val="d7331962-8905-429d-a095-77d41cff36b9"/>
  <p:tag name="TRANSPARENTBACKGROUND" val="true"/>
  <p:tag name="VERSION" val="1777023174511"/>
  <p:tag name="TITLE" val="sample prep"/>
  <p:tag name="CREATORNAME" val="Antonio Politi"/>
  <p:tag name="DATEINSERTED" val="1777023174756"/>
  <p:tag name="DPI" val="300"/>
  <p:tag name="BIOJSON" val="{&quot;id&quot;:&quot;82471030-4c1e-464c-a578-727b0f9a66a0&quot;,&quot;objects&quot;:{&quot;d7331962-8905-429d-a095-77d41cff36b9&quot;:{&quot;relativeTransform&quot;:{&quot;translate&quot;:{&quot;x&quot;:62.72655720260748,&quot;y&quot;:258.17614697768926},&quot;rotate&quot;:1.357924923574772,&quot;skewX&quot;:0,&quot;scale&quot;:{&quot;x&quot;:1,&quot;y&quot;:1}},&quot;type&quot;:&quot;FIGURE_OBJECT&quot;,&quot;id&quot;:&quot;d7331962-8905-429d-a095-77d41cff36b9&quot;,&quot;parent&quot;:{&quot;type&quot;:&quot;CHILD&quot;,&quot;parentId&quot;:&quot;baf1229b-83eb-461f-803e-daa998c4158e&quot;,&quot;order&quot;:&quot;99999999999999999998&quot;},&quot;name&quot;:&quot;Antibody (conjugated, editable)&quot;,&quot;displayName&quot;:&quot;Antibody (conjugated, editable)&quot;,&quot;source&quot;:{&quot;id&quot;:&quot;673e1672da2f3b43249385a5&quot;,&quot;type&quot;:&quot;ASSETS&quot;},&quot;isPremium&quot;:true},&quot;c064c7da-97c8-48ce-b5fe-75db0d900123&quot;:{&quot;type&quot;:&quot;FIGURE_OBJECT&quot;,&quot;id&quot;:&quot;c064c7da-97c8-48ce-b5fe-75db0d900123&quot;,&quot;parent&quot;:{&quot;type&quot;:&quot;CHILD&quot;,&quot;parentId&quot;:&quot;d7331962-8905-429d-a095-77d41cff36b9&quot;,&quot;order&quot;:&quot;2&quot;},&quot;relativeTransform&quot;:{&quot;translate&quot;:{&quot;x&quot;:-80.90624587405763,&quot;y&quot;:120.42047954737649},&quot;rotate&quot;:0}},&quot;209f7e16-0d4d-43a7-ae51-a6b3061841bf&quot;:{&quot;type&quot;:&quot;FIGURE_OBJECT&quot;,&quot;id&quot;:&quot;209f7e16-0d4d-43a7-ae51-a6b3061841bf&quot;,&quot;relativeTransform&quot;:{&quot;translate&quot;:{&quot;x&quot;:0,&quot;y&quot;:0},&quot;rotate&quot;:0},&quot;opacity&quot;:1,&quot;path&quot;:{&quot;type&quot;:&quot;POLY_LINE&quot;,&quot;points&quot;:[{&quot;x&quot;:-36.867217660124815,&quot;y&quot;:-24.20497141687318},{&quot;x&quot;:-38.37090945270078,&quot;y&quot;:-21.67335985255931},{&quot;x&quot;:-38.3914845931173,&quot;y&quot;:-16.84005651106681}],&quot;closed&quot;:false,&quot;cornerRounding&quot;:{&quot;type&quot;:&quot;ARC_LENGTH&quot;,&quot;global&quot;:1.5386841119474306},&quot;selectedObjectIds&quot;:[&quot;86d43ec8-2a69-4672-9021-ca6b04f1f14d&quot;]},&quot;pathStyles&quot;:[{&quot;type&quot;:&quot;FILL&quot;,&quot;fillStyle&quot;:&quot;rgba(0,0,0,0)&quot;},{&quot;type&quot;:&quot;STROKE&quot;,&quot;strokeStyle&quot;:&quot;rgba(19,54,122,1)&quot;,&quot;lineWidth&quot;:1.2794986547469087,&quot;lineJoin&quot;:&quot;round&quot;}],&quot;isLocked&quot;:false,&quot;parent&quot;:{&quot;type&quot;:&quot;CHILD&quot;,&quot;parentId&quot;:&quot;c064c7da-97c8-48ce-b5fe-75db0d900123&quot;,&quot;order&quot;:&quot;1&quot;},&quot;connectorInfo&quot;:{&quot;connectedObjects&quot;:[{&quot;objectId&quot;:&quot;f6dbe831-fda1-4a29-8cd6-fab5ccb82de3&quot;,&quot;coordinates&quot;:{&quot;x&quot;:0.5,&quot;y&quot;:1}},{&quot;objectId&quot;:&quot;905c843f-3e5f-4efd-8603-581bea407d3a&quot;,&quot;coordinates&quot;:{&quot;x&quot;:0.5,&quot;y&quot;:0}}],&quot;type&quot;:&quot;ELBOW&quot;,&quot;offset&quot;:{&quot;x&quot;:0,&quot;y&quot;:0},&quot;bending&quot;:0.1,&quot;firstElementIsHead&quot;:true,&quot;customized&quot;:true}},&quot;bd6684f5-4a34-4341-8d1f-e486f7b8e6e7&quot;:{&quot;type&quot;:&quot;FIGURE_OBJECT&quot;,&quot;id&quot;:&quot;bd6684f5-4a34-4341-8d1f-e486f7b8e6e7&quot;,&quot;relativeTransform&quot;:{&quot;translate&quot;:{&quot;x&quot;:0,&quot;y&quot;:0},&quot;rotate&quot;:0},&quot;opacity&quot;:1,&quot;path&quot;:{&quot;type&quot;:&quot;POLY_LINE&quot;,&quot;points&quot;:[{&quot;x&quot;:-46.12757052509321,&quot;y&quot;:-24.204971416873175},{&quot;x&quot;:-44.62387873251723,&quot;y&quot;:-21.673359852559326},{&quot;x&quot;:-44.60330359210069,&quot;y&quot;:-16.84005651106681}],&quot;closed&quot;:false,&quot;cornerRounding&quot;:{&quot;type&quot;:&quot;ARC_LENGTH&quot;,&quot;global&quot;:1.5386841119474306},&quot;selectedObjectIds&quot;:[&quot;86d43ec8-2a69-4672-9021-ca6b04f1f14d&quot;]},&quot;pathStyles&quot;:[{&quot;type&quot;:&quot;FILL&quot;,&quot;fillStyle&quot;:&quot;rgba(0,0,0,0)&quot;},{&quot;type&quot;:&quot;STROKE&quot;,&quot;strokeStyle&quot;:&quot;rgba(19,54,122,1)&quot;,&quot;lineWidth&quot;:1.2794986547469087,&quot;lineJoin&quot;:&quot;round&quot;}],&quot;isLocked&quot;:false,&quot;parent&quot;:{&quot;type&quot;:&quot;CHILD&quot;,&quot;parentId&quot;:&quot;c064c7da-97c8-48ce-b5fe-75db0d900123&quot;,&quot;order&quot;:&quot;3&quot;},&quot;connectorInfo&quot;:{&quot;connectedObjects&quot;:[{&quot;objectId&quot;:&quot;b1ba8d62-fe2a-4e9f-a523-de8432159fe4&quot;,&quot;coordinates&quot;:{&quot;x&quot;:0.5,&quot;y&quot;:1}},{&quot;objectId&quot;:&quot;a7c93bbe-5508-41c7-98ef-dd41290d689d&quot;,&quot;coordinates&quot;:{&quot;x&quot;:0.5,&quot;y&quot;:0}}],&quot;type&quot;:&quot;ELBOW&quot;,&quot;offset&quot;:{&quot;x&quot;:0,&quot;y&quot;:0},&quot;bending&quot;:0.1,&quot;firstElementIsHead&quot;:true,&quot;customized&quot;:true}},&quot;3a598c23-4ffc-4496-b005-c7c518a1f9e9&quot;:{&quot;type&quot;:&quot;FIGURE_OBJECT&quot;,&quot;id&quot;:&quot;3a598c23-4ffc-4496-b005-c7c518a1f9e9&quot;,&quot;relativeTransform&quot;:{&quot;translate&quot;:{&quot;x&quot;:-41.53023932898922,&quot;y&quot;:-20.673367475172842},&quot;rotate&quot;:-2.289178353296932e-16},&quot;opacity&quot;:1,&quot;path&quot;:{&quot;type&quot;:&quot;POLY_LINE&quot;,&quot;points&quot;:[{&quot;x&quot;:2.8696927597550226,&quot;y&quot;:0},{&quot;x&quot;:-2.8696927597550226,&quot;y&quot;:0}],&quot;closed&quot;:false},&quot;pathStyles&quot;:[{&quot;type&quot;:&quot;FILL&quot;,&quot;fillStyle&quot;:&quot;rgba(0,0,0,0)&quot;},{&quot;type&quot;:&quot;STROKE&quot;,&quot;strokeStyle&quot;:&quot;rgba(19,54,122,1)&quot;,&quot;lineWidth&quot;:0.7311420884268051,&quot;lineJoin&quot;:&quot;round&quot;}],&quot;isLocked&quot;:false,&quot;parent&quot;:{&quot;type&quot;:&quot;CHILD&quot;,&quot;parentId&quot;:&quot;c064c7da-97c8-48ce-b5fe-75db0d900123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345bbf41-426a-49cc-94e6-816ab149d8ce&quot;:{&quot;type&quot;:&quot;FIGURE_OBJECT&quot;,&quot;id&quot;:&quot;345bbf41-426a-49cc-94e6-816ab149d8ce&quot;,&quot;relativeTransform&quot;:{&quot;translate&quot;:{&quot;x&quot;:-41.53018123321576,&quot;y&quot;:-18.771483177308152},&quot;rotate&quot;:-2.289178353296932e-16},&quot;opacity&quot;:1,&quot;path&quot;:{&quot;type&quot;:&quot;POLY_LINE&quot;,&quot;points&quot;:[{&quot;x&quot;:2.8697508555284834,&quot;y&quot;:0},{&quot;x&quot;:-2.8697508555284834,&quot;y&quot;:0}],&quot;closed&quot;:false},&quot;pathStyles&quot;:[{&quot;type&quot;:&quot;FILL&quot;,&quot;fillStyle&quot;:&quot;rgba(0,0,0,0)&quot;},{&quot;type&quot;:&quot;STROKE&quot;,&quot;strokeStyle&quot;:&quot;rgba(19,54,122,1)&quot;,&quot;lineWidth&quot;:0.7311420884268051,&quot;lineJoin&quot;:&quot;round&quot;}],&quot;isLocked&quot;:false,&quot;parent&quot;:{&quot;type&quot;:&quot;CHILD&quot;,&quot;parentId&quot;:&quot;c064c7da-97c8-48ce-b5fe-75db0d900123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e41c7c77-fa47-4dde-ba92-41d109540540&quot;:{&quot;type&quot;:&quot;FIGURE_OBJECT&quot;,&quot;id&quot;:&quot;e41c7c77-fa47-4dde-ba92-41d109540540&quot;,&quot;parent&quot;:{&quot;type&quot;:&quot;CHILD&quot;,&quot;parentId&quot;:&quot;c064c7da-97c8-48ce-b5fe-75db0d900123&quot;,&quot;order&quot;:&quot;2&quot;},&quot;relativeTransform&quot;:{&quot;translate&quot;:{&quot;x&quot;:0,&quot;y&quot;:0},&quot;rotate&quot;:0}},&quot;cdcab744-3eda-40e9-b669-d997923f248c&quot;:{&quot;type&quot;:&quot;FIGURE_OBJECT&quot;,&quot;id&quot;:&quot;cdcab744-3eda-40e9-b669-d997923f248c&quot;,&quot;relativeTransform&quot;:{&quot;translate&quot;:{&quot;x&quot;:-29.263253154385655,&quot;y&quot;:-24.546533811754628},&quot;rotate&quot;:0.6070631194334157,&quot;skewX&quot;:7.012955230632809e-16},&quot;opacity&quot;:1,&quot;path&quot;:{&quot;type&quot;:&quot;RECT&quot;,&quot;size&quot;:{&quot;x&quot;:4.545376508318378,&quot;y&quot;:9.253194693320616},&quot;cornerRounding&quot;:{&quot;type&quot;:&quot;ARC_LENGTH&quot;,&quot;global&quot;:1.3766512347473225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6,&quot;lineJoin&quot;:&quot;round&quot;}],&quot;isLocked&quot;:false,&quot;parent&quot;:{&quot;type&quot;:&quot;CHILD&quot;,&quot;parentId&quot;:&quot;e41c7c77-fa47-4dde-ba92-41d109540540&quot;,&quot;order&quot;:&quot;1&quot;}},&quot;8575bff2-e126-4ad8-9464-053d627a244d&quot;:{&quot;type&quot;:&quot;FIGURE_OBJECT&quot;,&quot;id&quot;:&quot;8575bff2-e126-4ad8-9464-053d627a244d&quot;,&quot;relativeTransform&quot;:{&quot;translate&quot;:{&quot;x&quot;:-29.310119163260048,&quot;y&quot;:-24.558966657522134},&quot;rotate&quot;:0.5889342642437263,&quot;skewX&quot;:4.3830970191455065e-16},&quot;opacity&quot;:1,&quot;path&quot;:{&quot;type&quot;:&quot;RECT&quot;,&quot;size&quot;:{&quot;x&quot;:4.545376508318379,&quot;y&quot;:9.25319469332061},&quot;cornerRounding&quot;:{&quot;type&quot;:&quot;ARC_LENGTH&quot;,&quot;global&quot;:1.3766512347473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6,&quot;lineJoin&quot;:&quot;round&quot;}],&quot;isLocked&quot;:false,&quot;parent&quot;:{&quot;type&quot;:&quot;CHILD&quot;,&quot;parentId&quot;:&quot;e41c7c77-fa47-4dde-ba92-41d109540540&quot;,&quot;order&quot;:&quot;3&quot;}},&quot;1b0f5583-5354-4882-82ed-906998511068&quot;:{&quot;type&quot;:&quot;FIGURE_OBJECT&quot;,&quot;id&quot;:&quot;1b0f5583-5354-4882-82ed-906998511068&quot;,&quot;relativeTransform&quot;:{&quot;translate&quot;:{&quot;x&quot;:-24.039342419345903,&quot;y&quot;:-32.48515207524921},&quot;rotate&quot;:0.5889342642437263,&quot;skewX&quot;:4.3830970191455065e-16},&quot;opacity&quot;:1,&quot;path&quot;:{&quot;type&quot;:&quot;RECT&quot;,&quot;size&quot;:{&quot;x&quot;:4.545376508318378,&quot;y&quot;:9.253194693320605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3,&quot;lineJoin&quot;:&quot;round&quot;}],&quot;isLocked&quot;:false,&quot;parent&quot;:{&quot;type&quot;:&quot;CHILD&quot;,&quot;parentId&quot;:&quot;e41c7c77-fa47-4dde-ba92-41d109540540&quot;,&quot;order&quot;:&quot;5&quot;}},&quot;b65fc961-3a95-44f3-b1a7-251f428cc877&quot;:{&quot;type&quot;:&quot;FIGURE_OBJECT&quot;,&quot;id&quot;:&quot;b65fc961-3a95-44f3-b1a7-251f428cc877&quot;,&quot;relativeTransform&quot;:{&quot;translate&quot;:{&quot;x&quot;:-34.297257833073296,&quot;y&quot;:-28.05214044038456},&quot;rotate&quot;:0.5889342642437263,&quot;skewX&quot;:4.3830970191455065e-16},&quot;opacity&quot;:1,&quot;path&quot;:{&quot;type&quot;:&quot;RECT&quot;,&quot;size&quot;:{&quot;x&quot;:4.545376508318378,&quot;y&quot;:9.253194693320605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3,&quot;lineJoin&quot;:&quot;round&quot;}],&quot;isLocked&quot;:false,&quot;parent&quot;:{&quot;type&quot;:&quot;CHILD&quot;,&quot;parentId&quot;:&quot;e41c7c77-fa47-4dde-ba92-41d109540540&quot;,&quot;order&quot;:&quot;6&quot;}},&quot;3a01e3df-14ea-4eef-b320-d3cd8dc9ee15&quot;:{&quot;type&quot;:&quot;FIGURE_OBJECT&quot;,&quot;id&quot;:&quot;3a01e3df-14ea-4eef-b320-d3cd8dc9ee15&quot;,&quot;relativeTransform&quot;:{&quot;translate&quot;:{&quot;x&quot;:-29.026481089159155,&quot;y&quot;:-35.978325858111646},&quot;rotate&quot;:0.5889342642437263,&quot;skewX&quot;:4.3830970191455065e-16},&quot;opacity&quot;:1,&quot;path&quot;:{&quot;type&quot;:&quot;RECT&quot;,&quot;size&quot;:{&quot;x&quot;:4.545376508318378,&quot;y&quot;:9.253194693320605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3,&quot;lineJoin&quot;:&quot;round&quot;}],&quot;isLocked&quot;:false,&quot;parent&quot;:{&quot;type&quot;:&quot;CHILD&quot;,&quot;parentId&quot;:&quot;e41c7c77-fa47-4dde-ba92-41d109540540&quot;,&quot;order&quot;:&quot;7&quot;}},&quot;a6a0408c-19d6-4cbf-8f3f-c169a0ca9a95&quot;:{&quot;type&quot;:&quot;FIGURE_OBJECT&quot;,&quot;id&quot;:&quot;a6a0408c-19d6-4cbf-8f3f-c169a0ca9a95&quot;,&quot;relativeTransform&quot;:{&quot;translate&quot;:{&quot;x&quot;:0.7128635362161309,&quot;y&quot;:0.38384959642407496},&quot;rotate&quot;:0},&quot;opacity&quot;:1,&quot;path&quot;:{&quot;type&quot;:&quot;POLY_LINE&quot;,&quot;points&quot;:[{&quot;x&quot;:-35.158795177224,&quot;y&quot;:-24.33789226850729},{&quot;x&quot;:-33.55962256868923,&quot;y&quot;:-23.192508873517426}],&quot;closed&quot;:false},&quot;pathStyles&quot;:[{&quot;type&quot;:&quot;FILL&quot;,&quot;fillStyle&quot;:&quot;rgba(0,0,0,0)&quot;},{&quot;type&quot;:&quot;STROKE&quot;,&quot;strokeStyle&quot;:&quot;rgba(90, 123, 41, 1)&quot;,&quot;lineWidth&quot;:0.7311420884268051,&quot;lineJoin&quot;:&quot;round&quot;}],&quot;isLocked&quot;:false,&quot;parent&quot;:{&quot;type&quot;:&quot;CHILD&quot;,&quot;parentId&quot;:&quot;e41c7c77-fa47-4dde-ba92-41d109540540&quot;,&quot;order&quot;:&quot;2&quot;},&quot;connectorInfo&quot;:{&quot;connectedObjects&quot;:[],&quot;type&quot;:&quot;LINE&quot;,&quot;offset&quot;:{&quot;x&quot;:0,&quot;y&quot;:0},&quot;bending&quot;:0.1,&quot;firstElementIsHead&quot;:false,&quot;customized&quot;:false}},&quot;327ff492-07eb-4ec1-be36-077fafc173f2&quot;:{&quot;type&quot;:&quot;FIGURE_OBJECT&quot;,&quot;id&quot;:&quot;327ff492-07eb-4ec1-be36-077fafc173f2&quot;,&quot;parent&quot;:{&quot;type&quot;:&quot;CHILD&quot;,&quot;parentId&quot;:&quot;c064c7da-97c8-48ce-b5fe-75db0d900123&quot;,&quot;order&quot;:&quot;5&quot;},&quot;relativeTransform&quot;:{&quot;translate&quot;:{&quot;x&quot;:0,&quot;y&quot;:0},&quot;rotate&quot;:0}},&quot;200d7451-c836-4e6c-a5d8-f362e5b76165&quot;:{&quot;type&quot;:&quot;FIGURE_OBJECT&quot;,&quot;id&quot;:&quot;200d7451-c836-4e6c-a5d8-f362e5b76165&quot;,&quot;relativeTransform&quot;:{&quot;translate&quot;:{&quot;x&quot;:-53.73153503083238,&quot;y&quot;:-24.546533811754628},&quot;rotate&quot;:-0.6070631194334157,&quot;skewX&quot;:-7.012955230632809e-16},&quot;opacity&quot;:1,&quot;path&quot;:{&quot;type&quot;:&quot;RECT&quot;,&quot;size&quot;:{&quot;x&quot;:-4.545376508318379,&quot;y&quot;:9.253194693320616},&quot;cornerRounding&quot;:{&quot;type&quot;:&quot;ARC_LENGTH&quot;,&quot;global&quot;:1.3766512347473228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6,&quot;lineJoin&quot;:&quot;round&quot;}],&quot;isLocked&quot;:false,&quot;parent&quot;:{&quot;type&quot;:&quot;CHILD&quot;,&quot;parentId&quot;:&quot;327ff492-07eb-4ec1-be36-077fafc173f2&quot;,&quot;order&quot;:&quot;1&quot;}},&quot;9bb424c2-d48b-4edc-925b-8da3dc25e7a5&quot;:{&quot;type&quot;:&quot;FIGURE_OBJECT&quot;,&quot;id&quot;:&quot;9bb424c2-d48b-4edc-925b-8da3dc25e7a5&quot;,&quot;relativeTransform&quot;:{&quot;translate&quot;:{&quot;x&quot;:-53.68466902195797,&quot;y&quot;:-24.558966657522134},&quot;rotate&quot;:-0.5889342642437263,&quot;skewX&quot;:-5.259716422974608e-16},&quot;opacity&quot;:1,&quot;path&quot;:{&quot;type&quot;:&quot;RECT&quot;,&quot;size&quot;:{&quot;x&quot;:-4.545376508318378,&quot;y&quot;:9.253194693320607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,&quot;lineJoin&quot;:&quot;round&quot;}],&quot;isLocked&quot;:false,&quot;parent&quot;:{&quot;type&quot;:&quot;CHILD&quot;,&quot;parentId&quot;:&quot;327ff492-07eb-4ec1-be36-077fafc173f2&quot;,&quot;order&quot;:&quot;3&quot;}},&quot;45d70619-638c-4ad9-bddd-0fa043d76384&quot;:{&quot;type&quot;:&quot;FIGURE_OBJECT&quot;,&quot;id&quot;:&quot;45d70619-638c-4ad9-bddd-0fa043d76384&quot;,&quot;relativeTransform&quot;:{&quot;translate&quot;:{&quot;x&quot;:-58.955445765872135,&quot;y&quot;:-32.48515207524921},&quot;rotate&quot;:-0.5889342642437263,&quot;skewX&quot;:-5.259716422974608e-16},&quot;opacity&quot;:1,&quot;path&quot;:{&quot;type&quot;:&quot;RECT&quot;,&quot;size&quot;:{&quot;x&quot;:-4.545376508318378,&quot;y&quot;:9.253194693320607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,&quot;lineJoin&quot;:&quot;round&quot;}],&quot;isLocked&quot;:false,&quot;parent&quot;:{&quot;type&quot;:&quot;CHILD&quot;,&quot;parentId&quot;:&quot;327ff492-07eb-4ec1-be36-077fafc173f2&quot;,&quot;order&quot;:&quot;5&quot;}},&quot;c4af118a-5a63-4b34-916c-e86c0968735e&quot;:{&quot;type&quot;:&quot;FIGURE_OBJECT&quot;,&quot;id&quot;:&quot;c4af118a-5a63-4b34-916c-e86c0968735e&quot;,&quot;relativeTransform&quot;:{&quot;translate&quot;:{&quot;x&quot;:-48.69753035214473,&quot;y&quot;:-28.05214044038456},&quot;rotate&quot;:-0.5889342642437263,&quot;skewX&quot;:-5.259716422974608e-16},&quot;opacity&quot;:1,&quot;path&quot;:{&quot;type&quot;:&quot;RECT&quot;,&quot;size&quot;:{&quot;x&quot;:-4.545376508318378,&quot;y&quot;:9.253194693320607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,&quot;lineJoin&quot;:&quot;round&quot;}],&quot;isLocked&quot;:false,&quot;parent&quot;:{&quot;type&quot;:&quot;CHILD&quot;,&quot;parentId&quot;:&quot;327ff492-07eb-4ec1-be36-077fafc173f2&quot;,&quot;order&quot;:&quot;6&quot;}},&quot;f154cc43-55b9-4475-9b3f-cdab00484b0c&quot;:{&quot;type&quot;:&quot;FIGURE_OBJECT&quot;,&quot;id&quot;:&quot;f154cc43-55b9-4475-9b3f-cdab00484b0c&quot;,&quot;relativeTransform&quot;:{&quot;translate&quot;:{&quot;x&quot;:-53.96830709605887,&quot;y&quot;:-35.978325858111646},&quot;rotate&quot;:-0.5889342642437263,&quot;skewX&quot;:-5.259716422974608e-16},&quot;opacity&quot;:1,&quot;path&quot;:{&quot;type&quot;:&quot;RECT&quot;,&quot;size&quot;:{&quot;x&quot;:4.545376508318378,&quot;y&quot;:9.253194693320607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5,&quot;lineJoin&quot;:&quot;round&quot;}],&quot;isLocked&quot;:false,&quot;parent&quot;:{&quot;type&quot;:&quot;CHILD&quot;,&quot;parentId&quot;:&quot;327ff492-07eb-4ec1-be36-077fafc173f2&quot;,&quot;order&quot;:&quot;7&quot;},&quot;layout&quot;:{&quot;sizeRatio&quot;:{&quot;x&quot;:0.88,&quot;y&quot;:0.88},&quot;keepAspectRatio&quot;:false}},&quot;52bab337-89a3-4af8-b332-1c6723d08e54&quot;:{&quot;id&quot;:&quot;52bab337-89a3-4af8-b332-1c6723d08e54&quot;,&quot;type&quot;:&quot;FIGURE_OBJECT&quot;,&quot;relativeTransform&quot;:{&quot;translate&quot;:{&quot;x&quot;:0,&quot;y&quot;:0},&quot;rotate&quot;:0,&quot;skewX&quot;:-3.3817968587436284e-16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3.4119964126584237,&quot;color&quot;:&quot;black&quot;,&quot;fontWeight&quot;:&quot;normal&quot;,&quot;fontStyle&quot;:&quot;normal&quot;,&quot;decoration&quot;:&quot;none&quot;}}]},&quot;format&quot;:&quot;BETTER_TEXT&quot;,&quot;size&quot;:{&quot;x&quot;:3.9999313273201715,&quot;y&quot;:4.021281486347429},&quot;targetSize&quot;:{&quot;x&quot;:3.9999313273201715,&quot;y&quot;:2}},&quot;parent&quot;:{&quot;type&quot;:&quot;CHILD&quot;,&quot;parentId&quot;:&quot;f154cc43-55b9-4475-9b3f-cdab00484b0c&quot;,&quot;order&quot;:&quot;5&quot;}},&quot;cbb07440-ecbf-48ab-98b6-973423278beb&quot;:{&quot;type&quot;:&quot;FIGURE_OBJECT&quot;,&quot;id&quot;:&quot;cbb07440-ecbf-48ab-98b6-973423278beb&quot;,&quot;relativeTransform&quot;:{&quot;translate&quot;:{&quot;x&quot;:-83.70765172143416,&quot;y&quot;:0.38384959642407496},&quot;rotate&quot;:-2.449293598294708e-16},&quot;opacity&quot;:1,&quot;path&quot;:{&quot;type&quot;:&quot;POLY_LINE&quot;,&quot;points&quot;:[{&quot;x&quot;:35.158795177224,&quot;y&quot;:-24.33789226850729},{&quot;x&quot;:33.55962256868923,&quot;y&quot;:-23.192508873517426}],&quot;closed&quot;:false},&quot;pathStyles&quot;:[{&quot;type&quot;:&quot;FILL&quot;,&quot;fillStyle&quot;:&quot;rgba(0,0,0,0)&quot;},{&quot;type&quot;:&quot;STROKE&quot;,&quot;strokeStyle&quot;:&quot;rgba(90, 123, 41, 1)&quot;,&quot;lineWidth&quot;:0.7311420884268051,&quot;lineJoin&quot;:&quot;round&quot;}],&quot;isLocked&quot;:false,&quot;parent&quot;:{&quot;type&quot;:&quot;CHILD&quot;,&quot;parentId&quot;:&quot;327ff492-07eb-4ec1-be36-077fafc173f2&quot;,&quot;order&quot;:&quot;2&quot;},&quot;connectorInfo&quot;:{&quot;connectedObjects&quot;:[],&quot;type&quot;:&quot;LINE&quot;,&quot;offset&quot;:{&quot;x&quot;:0,&quot;y&quot;:0},&quot;bending&quot;:0.1,&quot;firstElementIsHead&quot;:false,&quot;customized&quot;:false}},&quot;6df2edf5-a11b-4135-8559-1995fd624572&quot;:{&quot;type&quot;:&quot;FIGURE_OBJECT&quot;,&quot;id&quot;:&quot;6df2edf5-a11b-4135-8559-1995fd624572&quot;,&quot;parent&quot;:{&quot;type&quot;:&quot;CHILD&quot;,&quot;parentId&quot;:&quot;c064c7da-97c8-48ce-b5fe-75db0d900123&quot;,&quot;order&quot;:&quot;8&quot;},&quot;relativeTransform&quot;:{&quot;translate&quot;:{&quot;x&quot;:0,&quot;y&quot;:0},&quot;rotate&quot;:0}},&quot;83eb3008-8324-4f6c-9870-6e6f3258073c&quot;:{&quot;type&quot;:&quot;FIGURE_OBJECT&quot;,&quot;id&quot;:&quot;83eb3008-8324-4f6c-9870-6e6f3258073c&quot;,&quot;relativeTransform&quot;:{&quot;translate&quot;:{&quot;x&quot;:-38.391448651598544,&quot;y&quot;:-2.6494507685083417},&quot;rotate&quot;:-7.632783294297957e-17,&quot;skewX&quot;:6.719133227106052e-17},&quot;opacity&quot;:1,&quot;path&quot;:{&quot;type&quot;:&quot;RECT&quot;,&quot;size&quot;:{&quot;x&quot;:4.545376508318377,&quot;y&quot;:9.25319469332061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4,&quot;lineJoin&quot;:&quot;round&quot;}],&quot;isLocked&quot;:false,&quot;parent&quot;:{&quot;type&quot;:&quot;CHILD&quot;,&quot;parentId&quot;:&quot;6df2edf5-a11b-4135-8559-1995fd624572&quot;,&quot;order&quot;:&quot;1&quot;}},&quot;9264fc44-fd62-46fd-9080-2c9e350ee707&quot;:{&quot;type&quot;:&quot;FIGURE_OBJECT&quot;,&quot;id&quot;:&quot;9264fc44-fd62-46fd-9080-2c9e350ee707&quot;,&quot;relativeTransform&quot;:{&quot;translate&quot;:{&quot;x&quot;:-38.3914845931173,&quot;y&quot;:-12.213459164406505},&quot;rotate&quot;:-7.632783294297957e-17,&quot;skewX&quot;:6.719133227106052e-17},&quot;opacity&quot;:1,&quot;path&quot;:{&quot;type&quot;:&quot;RECT&quot;,&quot;size&quot;:{&quot;x&quot;:4.545376508318377,&quot;y&quot;:9.25319469332061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4,&quot;lineJoin&quot;:&quot;round&quot;}],&quot;isLocked&quot;:false,&quot;parent&quot;:{&quot;type&quot;:&quot;CHILD&quot;,&quot;parentId&quot;:&quot;6df2edf5-a11b-4135-8559-1995fd624572&quot;,&quot;order&quot;:&quot;2&quot;}},&quot;bd461be1-1396-4b3f-98a8-2226a0a64828&quot;:{&quot;type&quot;:&quot;FIGURE_OBJECT&quot;,&quot;id&quot;:&quot;bd461be1-1396-4b3f-98a8-2226a0a64828&quot;,&quot;relativeTransform&quot;:{&quot;translate&quot;:{&quot;x&quot;:-44.60333953361946,&quot;y&quot;:-2.6494507685083417},&quot;rotate&quot;:0,&quot;skewX&quot;:-1.5485327265397075e-16},&quot;opacity&quot;:1,&quot;path&quot;:{&quot;type&quot;:&quot;RECT&quot;,&quot;size&quot;:{&quot;x&quot;:-4.545376508318377,&quot;y&quot;:9.25319469332061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4,&quot;lineJoin&quot;:&quot;round&quot;}],&quot;isLocked&quot;:false,&quot;parent&quot;:{&quot;type&quot;:&quot;CHILD&quot;,&quot;parentId&quot;:&quot;6df2edf5-a11b-4135-8559-1995fd624572&quot;,&quot;order&quot;:&quot;5&quot;}},&quot;b4bc4ab3-c06e-47ae-9c84-4540e02b5eac&quot;:{&quot;type&quot;:&quot;FIGURE_OBJECT&quot;,&quot;id&quot;:&quot;b4bc4ab3-c06e-47ae-9c84-4540e02b5eac&quot;,&quot;relativeTransform&quot;:{&quot;translate&quot;:{&quot;x&quot;:-44.60330359210069,&quot;y&quot;:-12.213459164406505},&quot;rotate&quot;:0,&quot;skewX&quot;:-1.5485327265397075e-16},&quot;opacity&quot;:1,&quot;path&quot;:{&quot;type&quot;:&quot;RECT&quot;,&quot;size&quot;:{&quot;x&quot;:-4.545376508318377,&quot;y&quot;:9.25319469332061},&quot;cornerRounding&quot;:{&quot;type&quot;:&quot;ARC_LENGTH&quot;,&quot;global&quot;:1.3766512347473223},&quot;selectedObjectIds&quot;:[&quot;842fa322-dd7e-496c-89f1-8aad834d9aed&quot;]},&quot;pathStyles&quot;:[{&quot;type&quot;:&quot;FILL&quot;,&quot;fillStyle&quot;:&quot;rgba(235, 245, 216, 1)&quot;},{&quot;type&quot;:&quot;STROKE&quot;,&quot;strokeStyle&quot;:&quot;rgba(90, 123, 41, 1)&quot;,&quot;lineWidth&quot;:0.3655710442134024,&quot;lineJoin&quot;:&quot;round&quot;}],&quot;isLocked&quot;:false,&quot;parent&quot;:{&quot;type&quot;:&quot;CHILD&quot;,&quot;parentId&quot;:&quot;6df2edf5-a11b-4135-8559-1995fd624572&quot;,&quot;order&quot;:&quot;7&quot;}},&quot;db334d0f-b885-4564-953b-1da0b50b90b8&quot;:{&quot;type&quot;:&quot;FIGURE_OBJECT&quot;,&quot;id&quot;:&quot;db334d0f-b885-4564-953b-1da0b50b90b8&quot;,&quot;parent&quot;:{&quot;type&quot;:&quot;CHILD&quot;,&quot;parentId&quot;:&quot;d7331962-8905-429d-a095-77d41cff36b9&quot;,&quot;order&quot;:&quot;6&quot;},&quot;relativeTransform&quot;:{&quot;translate&quot;:{&quot;x&quot;:-134.22371927221076,&quot;y&quot;:202.56160990737428},&quot;rotate&quot;:0}},&quot;d01fdb5f-9987-44d7-9432-51432dfde1e4&quot;:{&quot;type&quot;:&quot;FIGURE_OBJECT&quot;,&quot;id&quot;:&quot;d01fdb5f-9987-44d7-9432-51432dfde1e4&quot;,&quot;relativeTransform&quot;:{&quot;translate&quot;:{&quot;x&quot;:3.1242507396720685,&quot;y&quot;:-93.43933788984953},&quot;rotate&quot;:0,&quot;skewX&quot;:-4.3830970191455075e-17},&quot;opacity&quot;:1,&quot;path&quot;:{&quot;type&quot;:&quot;STAR_POLY&quot;,&quot;size&quot;:{&quot;x&quot;:7.669181753480643,&quot;y&quot;:7.219567230294831},&quot;startAngle&quot;:-1.5707963267948966,&quot;corners&quot;:8,&quot;starRadiusRatio&quot;:0.5945755681277395,&quot;cornerRounding&quot;:{&quot;type&quot;:&quot;ARC_LENGTH&quot;,&quot;global&quot;:0.26022632769503884},&quot;selectedObjectIds&quot;:[&quot;303d1bb2-d3cf-4b49-82ed-6f5d7d6de796&quot;]},&quot;pathStyles&quot;:[{&quot;type&quot;:&quot;FILL&quot;,&quot;fillStyle&quot;:&quot;rgba(179, 61, 144, 1)&quot;},{&quot;type&quot;:&quot;STROKE&quot;,&quot;strokeStyle&quot;:&quot;rgba(115, 31, 70, 1)&quot;,&quot;lineWidth&quot;:0.3601219171486455,&quot;lineJoin&quot;:&quot;round&quot;}],&quot;isLocked&quot;:false,&quot;parent&quot;:{&quot;type&quot;:&quot;CHILD&quot;,&quot;parentId&quot;:&quot;db334d0f-b885-4564-953b-1da0b50b90b8&quot;,&quot;order&quot;:&quot;1&quot;}},&quot;581a546e-d672-490a-b0e5-c901b988a9f4&quot;:{&quot;type&quot;:&quot;FIGURE_OBJECT&quot;,&quot;id&quot;:&quot;581a546e-d672-490a-b0e5-c901b988a9f4&quot;,&quot;relativeTransform&quot;:{&quot;translate&quot;:{&quot;x&quot;:20.455118002450636,&quot;y&quot;:-93.43933788984953},&quot;rotate&quot;:0,&quot;skewX&quot;:-4.3830970191455075e-17},&quot;opacity&quot;:1,&quot;path&quot;:{&quot;type&quot;:&quot;STAR_POLY&quot;,&quot;size&quot;:{&quot;x&quot;:7.669181753480643,&quot;y&quot;:7.219567230294831},&quot;startAngle&quot;:-1.5707963267948966,&quot;corners&quot;:8,&quot;starRadiusRatio&quot;:0.5945755681277395,&quot;cornerRounding&quot;:{&quot;type&quot;:&quot;ARC_LENGTH&quot;,&quot;global&quot;:0.26022632769503884},&quot;selectedObjectIds&quot;:[&quot;303d1bb2-d3cf-4b49-82ed-6f5d7d6de796&quot;]},&quot;pathStyles&quot;:[{&quot;type&quot;:&quot;FILL&quot;,&quot;fillStyle&quot;:&quot;rgba(179, 61, 144, 1)&quot;},{&quot;type&quot;:&quot;STROKE&quot;,&quot;strokeStyle&quot;:&quot;rgba(115, 31, 70, 1)&quot;,&quot;lineWidth&quot;:0.3601219171486455,&quot;lineJoin&quot;:&quot;round&quot;}],&quot;isLocked&quot;:false,&quot;parent&quot;:{&quot;type&quot;:&quot;CHILD&quot;,&quot;parentId&quot;:&quot;db334d0f-b885-4564-953b-1da0b50b90b8&quot;,&quot;order&quot;:&quot;2&quot;}},&quot;bb26ee55-4164-4a75-b7c2-4a5211b2755e&quot;:{&quot;type&quot;:&quot;FIGURE_OBJECT&quot;,&quot;id&quot;:&quot;bb26ee55-4164-4a75-b7c2-4a5211b2755e&quot;,&quot;relativeTransform&quot;:{&quot;translate&quot;:{&quot;x&quot;:3.124250739672068,&quot;y&quot;:-85.22405665489603},&quot;rotate&quot;:0,&quot;skewX&quot;:-4.3830970191455075e-17},&quot;opacity&quot;:1,&quot;path&quot;:{&quot;type&quot;:&quot;STAR_POLY&quot;,&quot;size&quot;:{&quot;x&quot;:7.669181753480643,&quot;y&quot;:7.219567230294831},&quot;startAngle&quot;:-1.5707963267948966,&quot;corners&quot;:8,&quot;starRadiusRatio&quot;:0.5945755681277395,&quot;cornerRounding&quot;:{&quot;type&quot;:&quot;ARC_LENGTH&quot;,&quot;global&quot;:0.26022632769503884},&quot;selectedObjectIds&quot;:[&quot;303d1bb2-d3cf-4b49-82ed-6f5d7d6de796&quot;]},&quot;pathStyles&quot;:[{&quot;type&quot;:&quot;FILL&quot;,&quot;fillStyle&quot;:&quot;rgba(179, 61, 144, 1)&quot;},{&quot;type&quot;:&quot;STROKE&quot;,&quot;strokeStyle&quot;:&quot;rgba(115, 31, 70, 1)&quot;,&quot;lineWidth&quot;:0.3601219171486455,&quot;lineJoin&quot;:&quot;round&quot;}],&quot;isLocked&quot;:false,&quot;parent&quot;:{&quot;type&quot;:&quot;CHILD&quot;,&quot;parentId&quot;:&quot;db334d0f-b885-4564-953b-1da0b50b90b8&quot;,&quot;order&quot;:&quot;5&quot;}},&quot;4efc106a-1304-457d-8027-4cdbd766a7ac&quot;:{&quot;type&quot;:&quot;FIGURE_OBJECT&quot;,&quot;id&quot;:&quot;4efc106a-1304-457d-8027-4cdbd766a7ac&quot;,&quot;relativeTransform&quot;:{&quot;translate&quot;:{&quot;x&quot;:20.455118002450636,&quot;y&quot;:-85.22405665489603},&quot;rotate&quot;:0,&quot;skewX&quot;:-4.3830970191455075e-17},&quot;opacity&quot;:1,&quot;path&quot;:{&quot;type&quot;:&quot;STAR_POLY&quot;,&quot;size&quot;:{&quot;x&quot;:7.669181753480643,&quot;y&quot;:7.219567230294831},&quot;startAngle&quot;:-1.5707963267948966,&quot;corners&quot;:8,&quot;starRadiusRatio&quot;:0.5945755681277395,&quot;cornerRounding&quot;:{&quot;type&quot;:&quot;ARC_LENGTH&quot;,&quot;global&quot;:0.26022632769503884},&quot;selectedObjectIds&quot;:[&quot;303d1bb2-d3cf-4b49-82ed-6f5d7d6de796&quot;]},&quot;pathStyles&quot;:[{&quot;type&quot;:&quot;FILL&quot;,&quot;fillStyle&quot;:&quot;rgba(179, 61, 144, 1)&quot;},{&quot;type&quot;:&quot;STROKE&quot;,&quot;strokeStyle&quot;:&quot;rgba(115, 31, 70, 1)&quot;,&quot;lineWidth&quot;:0.3601219171486455,&quot;lineJoin&quot;:&quot;round&quot;}],&quot;isLocked&quot;:false,&quot;parent&quot;:{&quot;type&quot;:&quot;CHILD&quot;,&quot;parentId&quot;:&quot;db334d0f-b885-4564-953b-1da0b50b90b8&quot;,&quot;order&quot;:&quot;7&quot;}},&quot;baf1229b-83eb-461f-803e-daa998c4158e&quot;:{&quot;id&quot;:&quot;baf1229b-83eb-461f-803e-daa998c4158e&quot;,&quot;type&quot;:&quot;FIGURE_OBJECT&quot;,&quot;document&quot;:{&quot;type&quot;:&quot;FIGURE&quot;,&quot;canvasType&quot;:&quot;FIGURE&quot;,&quot;units&quot;:&quot;in&quot;,&quot;aspectRatio&quot;:1.4285714285714286},&quot;parent&quot;:{&quot;parentId&quot;:&quot;82471030-4c1e-464c-a578-727b0f9a66a0&quot;,&quot;type&quot;:&quot;DOCUMENT&quot;,&quot;order&quot;:&quot;5&quot;}},&quot;82471030-4c1e-464c-a578-727b0f9a66a0&quot;:{&quot;id&quot;:&quot;82471030-4c1e-464c-a578-727b0f9a66a0&quot;,&quot;type&quot;:&quot;FIGURE_OBJECT&quot;,&quot;document&quot;:{&quot;type&quot;:&quot;DOCUMENT_GROUP&quot;,&quot;canvasType&quot;:&quot;FIGUR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</vt:vector>
  </TitlesOfParts>
  <Company>Max Planck Institute for Multidisciplinary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Politi, Antonio</dc:creator>
  <cp:lastModifiedBy>Politi, Antonio</cp:lastModifiedBy>
  <cp:revision>7</cp:revision>
  <dcterms:created xsi:type="dcterms:W3CDTF">2026-04-24T09:29:44Z</dcterms:created>
  <dcterms:modified xsi:type="dcterms:W3CDTF">2026-04-24T11:42:25Z</dcterms:modified>
</cp:coreProperties>
</file>