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94762"/>
  </p:normalViewPr>
  <p:slideViewPr>
    <p:cSldViewPr snapToGrid="0">
      <p:cViewPr varScale="1">
        <p:scale>
          <a:sx n="121" d="100"/>
          <a:sy n="121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71F8-1DCF-0E89-A3C1-BB74BF5D0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76DA4-A82C-D60F-8807-F39A2DD06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04831-64F6-8AB1-4222-2BE0AF82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B8C8D-7371-EE3E-96AB-77046DE4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E040F-7E9B-19A7-539D-D25AD84F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55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1AB9-6EFD-B35F-94EA-32AC0837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D005-5869-116B-FE39-23D14F58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4FF95-11FA-BEA9-ABE6-D5CDCBDB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8B1BF-6595-7E29-79F6-C8F7FCB8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164D2-501C-FCDB-8855-763BBFD3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14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7A7B-9492-A804-DADB-A20581869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A5D0E-F4FC-F7A4-3579-0A0CA8535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A68D-55F3-31F3-7498-22245EFB8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92926-677E-35C2-BD24-D5BE23B0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188D3-45A7-5DB3-BAFA-E78AE3CA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80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1F78-BBE7-1BEB-DB63-FE7D1B79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16BFD-9B4F-8B76-90A6-D570EF8E3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AA9DB-A5E3-35AD-BF39-CD74C9CF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94601-4B43-57B4-D5B8-A0E8826F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36CAD-B08D-DC4C-AE99-909EC1E3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918C7-C2F9-8644-1D9E-7C0274D6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981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C283-E531-46A8-BCB8-89696615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D9FA7-FB4C-A408-6376-6DE1FE69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CC3C3-D0C8-0FA6-CFC0-AD0BD2B37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1D127-A286-F7FD-0356-56999DFD2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89143-41C1-A34A-65A8-6AB1F6CA7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0BA3A-E650-E0D9-3079-4629B4A7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C4BEF-B790-E5F5-B262-3EB12749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BEA00-C2B6-C64B-2114-56832EEA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688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5909-E2D9-7A7A-1B37-86DD4D15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46D16-FD4C-D797-CA31-D0BB9DFA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364FD-416A-52EB-AE22-A1AEE994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7FC76-723D-D792-FBDF-C9E49FEE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335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72C7A-A76B-9082-DE4B-7350C647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07FAB-B088-3D3E-4608-3DED3190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CA178-D4E2-8ED9-91B7-28007784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89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F282-2CF1-2447-25A1-687F5612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723A2-B7CE-A004-EC19-E1199216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1DCBB-8A71-C13E-C2AE-BABC4FEAB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1860B-8B9C-9074-DC8A-5A036157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601EF-AB77-DFF5-1554-C1CBDD4C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2DDDD-41FD-0D29-8727-06BFED85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31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86E6-3092-97B1-8315-D137D39A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44B56-38C3-CFDC-FE7A-7C9822926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E6FFC-083E-938B-C3F6-55B75137E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FB13A-659D-1313-AA90-5A049B6B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C8006-A686-2771-E690-C5A7A34F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62C79-22F4-9D7B-A562-F1D9399A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472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E9E0-DAD1-1A9D-C105-87A8CF9C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3DAAF-4790-D654-1F65-4E5703578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FD42-71DE-40E1-65AD-464B8318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3416-08FD-B8A3-0EF2-578FD02A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E1459-A753-08E4-C650-F411F24D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639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76B9E-3138-C979-EF4B-699BD8120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ACC63-07AC-BA7B-6CCF-C6A4EB02C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62EB5-A931-51D1-5FFB-820197DF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A97D-7E06-47BC-8551-1EABFE52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28549-80B3-C84C-8CDE-88C9707F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130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19E6C-F33A-C13D-899E-218DA9DC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26C77-2A56-246A-F688-601AE9FC3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D85D9-C55E-450F-302D-A1710153B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AE92-D876-6695-85B7-E30963837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5DE4A-600F-7544-A595-5AD3D12E8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876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0E3011-D9C4-A44A-55FE-2526430C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Stitching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9371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U-Turn 10">
            <a:extLst>
              <a:ext uri="{FF2B5EF4-FFF2-40B4-BE49-F238E27FC236}">
                <a16:creationId xmlns:a16="http://schemas.microsoft.com/office/drawing/2014/main" id="{5110FF08-846C-3A41-1DF4-16F5FFA4A666}"/>
              </a:ext>
            </a:extLst>
          </p:cNvPr>
          <p:cNvSpPr/>
          <p:nvPr/>
        </p:nvSpPr>
        <p:spPr>
          <a:xfrm rot="10800000" flipH="1">
            <a:off x="2384347" y="2260007"/>
            <a:ext cx="8373881" cy="3833844"/>
          </a:xfrm>
          <a:prstGeom prst="uturnArrow">
            <a:avLst>
              <a:gd name="adj1" fmla="val 11623"/>
              <a:gd name="adj2" fmla="val 10788"/>
              <a:gd name="adj3" fmla="val 18519"/>
              <a:gd name="adj4" fmla="val 43750"/>
              <a:gd name="adj5" fmla="val 88926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820D58-3A0B-7CC8-EAF1-B1344A04CF0A}"/>
              </a:ext>
            </a:extLst>
          </p:cNvPr>
          <p:cNvSpPr/>
          <p:nvPr/>
        </p:nvSpPr>
        <p:spPr>
          <a:xfrm>
            <a:off x="181147" y="546950"/>
            <a:ext cx="5801056" cy="2479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C048A-992F-6ACF-4D80-780F4532E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28" y="3962215"/>
            <a:ext cx="5284287" cy="522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483F14-AF88-4C0E-ECC4-223BD3F32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601" y="541360"/>
            <a:ext cx="5753849" cy="2377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129782-B179-880B-71AF-5952DA985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957" y="3412804"/>
            <a:ext cx="4099382" cy="28466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7149DE-2A93-8504-ED9F-479094F9A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46" y="535840"/>
            <a:ext cx="5801056" cy="24792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48C520-4AAF-1200-5857-D3CAC6CA5D27}"/>
              </a:ext>
            </a:extLst>
          </p:cNvPr>
          <p:cNvSpPr txBox="1"/>
          <p:nvPr/>
        </p:nvSpPr>
        <p:spPr>
          <a:xfrm>
            <a:off x="476250" y="991172"/>
            <a:ext cx="5769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B7A0A-B6BE-3705-5B05-664C154B22C5}"/>
              </a:ext>
            </a:extLst>
          </p:cNvPr>
          <p:cNvSpPr txBox="1"/>
          <p:nvPr/>
        </p:nvSpPr>
        <p:spPr>
          <a:xfrm>
            <a:off x="2063860" y="2242833"/>
            <a:ext cx="20356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scanning direction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7A6F4-AF15-4623-6C45-ADD29CC62F47}"/>
              </a:ext>
            </a:extLst>
          </p:cNvPr>
          <p:cNvSpPr txBox="1"/>
          <p:nvPr/>
        </p:nvSpPr>
        <p:spPr>
          <a:xfrm rot="5400000">
            <a:off x="973213" y="579973"/>
            <a:ext cx="87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F07CB-6253-5B76-8FFD-54F0B85B0CF8}"/>
              </a:ext>
            </a:extLst>
          </p:cNvPr>
          <p:cNvSpPr txBox="1"/>
          <p:nvPr/>
        </p:nvSpPr>
        <p:spPr>
          <a:xfrm>
            <a:off x="911635" y="83447"/>
            <a:ext cx="110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354022-8774-6874-75B2-39D6A30240FD}"/>
              </a:ext>
            </a:extLst>
          </p:cNvPr>
          <p:cNvSpPr txBox="1"/>
          <p:nvPr/>
        </p:nvSpPr>
        <p:spPr>
          <a:xfrm>
            <a:off x="2745525" y="3287484"/>
            <a:ext cx="20356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tiles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C6F8CF-3BCC-D82E-90F8-C4CA828A4B78}"/>
              </a:ext>
            </a:extLst>
          </p:cNvPr>
          <p:cNvSpPr txBox="1"/>
          <p:nvPr/>
        </p:nvSpPr>
        <p:spPr>
          <a:xfrm>
            <a:off x="3081674" y="4738607"/>
            <a:ext cx="203562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required flat-field correction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4C9536-24FD-42B6-1A9D-EE89A73CB416}"/>
              </a:ext>
            </a:extLst>
          </p:cNvPr>
          <p:cNvSpPr txBox="1"/>
          <p:nvPr/>
        </p:nvSpPr>
        <p:spPr>
          <a:xfrm>
            <a:off x="7270957" y="6268332"/>
            <a:ext cx="20356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align by position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C4B080-C041-B1E3-9B6A-B63A9511F5DE}"/>
              </a:ext>
            </a:extLst>
          </p:cNvPr>
          <p:cNvSpPr txBox="1"/>
          <p:nvPr/>
        </p:nvSpPr>
        <p:spPr>
          <a:xfrm>
            <a:off x="9334710" y="6238770"/>
            <a:ext cx="2035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register to refine alignment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6FEFDC-D401-4819-B100-ABE5B86F355B}"/>
              </a:ext>
            </a:extLst>
          </p:cNvPr>
          <p:cNvSpPr txBox="1"/>
          <p:nvPr/>
        </p:nvSpPr>
        <p:spPr>
          <a:xfrm>
            <a:off x="8087710" y="163186"/>
            <a:ext cx="20356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STITCHED IMAGE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6936D4-A97F-706B-D807-3813AF4932DD}"/>
              </a:ext>
            </a:extLst>
          </p:cNvPr>
          <p:cNvSpPr txBox="1"/>
          <p:nvPr/>
        </p:nvSpPr>
        <p:spPr>
          <a:xfrm>
            <a:off x="6402477" y="3003100"/>
            <a:ext cx="349826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Blending (e.g. using projections)</a:t>
            </a:r>
          </a:p>
        </p:txBody>
      </p:sp>
    </p:spTree>
    <p:extLst>
      <p:ext uri="{BB962C8B-B14F-4D97-AF65-F5344CB8AC3E}">
        <p14:creationId xmlns:p14="http://schemas.microsoft.com/office/powerpoint/2010/main" val="409217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Stitching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Politi, Antonio</dc:creator>
  <cp:lastModifiedBy>Politi, Antonio</cp:lastModifiedBy>
  <cp:revision>11</cp:revision>
  <dcterms:created xsi:type="dcterms:W3CDTF">2026-02-21T12:42:28Z</dcterms:created>
  <dcterms:modified xsi:type="dcterms:W3CDTF">2026-04-23T08:35:22Z</dcterms:modified>
</cp:coreProperties>
</file>