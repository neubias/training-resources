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92"/>
    <p:restoredTop sz="94789"/>
  </p:normalViewPr>
  <p:slideViewPr>
    <p:cSldViewPr snapToGrid="0">
      <p:cViewPr>
        <p:scale>
          <a:sx n="50" d="100"/>
          <a:sy n="50" d="100"/>
        </p:scale>
        <p:origin x="1554" y="1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271F8-1DCF-0E89-A3C1-BB74BF5D02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276DA4-A82C-D60F-8807-F39A2DD066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04831-64F6-8AB1-4222-2BE0AF82D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04/22/2026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9B8C8D-7371-EE3E-96AB-77046DE43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FE040F-7E9B-19A7-539D-D25AD84FD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25531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591AB9-6EFD-B35F-94EA-32AC0837A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60D005-5869-116B-FE39-23D14F585C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C4FF95-11FA-BEA9-ABE6-D5CDCBDBB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04/22/2026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8B1BF-6595-7E29-79F6-C8F7FCB88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B164D2-501C-FCDB-8855-763BBFD39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01401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77A7B-9492-A804-DADB-A20581869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5A5D0E-F4FC-F7A4-3579-0A0CA8535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E2A68D-55F3-31F3-7498-22245EFB83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04/22/2026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892926-677E-35C2-BD24-D5BE23B03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9188D3-45A7-5DB3-BAFA-E78AE3CA0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28075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C1F78-BBE7-1BEB-DB63-FE7D1B798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D16BFD-9B4F-8B76-90A6-D570EF8E38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0AA9DB-A5E3-35AD-BF39-CD74C9CF57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694601-4B43-57B4-D5B8-A0E8826F9A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04/22/2026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836CAD-B08D-DC4C-AE99-909EC1E31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5918C7-C2F9-8644-1D9E-7C0274D63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998186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4C283-E531-46A8-BCB8-896966159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2D9FA7-FB4C-A408-6376-6DE1FE69A8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CCC3C3-D0C8-0FA6-CFC0-AD0BD2B376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31D127-A286-F7FD-0356-56999DFD22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989143-41C1-A34A-65A8-6AB1F6CA79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040BA3A-E650-E0D9-3079-4629B4A74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04/22/2026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5C4BEF-B790-E5F5-B262-3EB127492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3BEA00-C2B6-C64B-2114-56832EEAA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86880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25909-E2D9-7A7A-1B37-86DD4D15D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EC46D16-FD4C-D797-CA31-D0BB9DFA6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04/22/2026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2364FD-416A-52EB-AE22-A1AEE9949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87FC76-723D-D792-FBDF-C9E49FEE8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433591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172C7A-A76B-9082-DE4B-7350C6474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04/22/2026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007FAB-B088-3D3E-4608-3DED31901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FCA178-D4E2-8ED9-91B7-280077842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518990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EF282-2CF1-2447-25A1-687F56120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0723A2-B7CE-A004-EC19-E11992168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11DCBB-8A71-C13E-C2AE-BABC4FEABA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91860B-8B9C-9074-DC8A-5A0361577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04/22/2026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C601EF-AB77-DFF5-1554-C1CBDD4C7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52DDDD-41FD-0D29-8727-06BFED852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33143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C86E6-3092-97B1-8315-D137D39AA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1644B56-38C3-CFDC-FE7A-7C98229267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FE6FFC-083E-938B-C3F6-55B75137E2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4FB13A-659D-1313-AA90-5A049B6B3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04/22/2026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1C8006-A686-2771-E690-C5A7A34F29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62C79-22F4-9D7B-A562-F1D9399A6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04725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8E9E0-DAD1-1A9D-C105-87A8CF9CA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D3DAAF-4790-D654-1F65-4E57035782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62FD42-71DE-40E1-65AD-464B83188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04/22/2026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C13416-08FD-B8A3-0EF2-578FD02AA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6E1459-A753-08E4-C650-F411F24D4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363936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4876B9E-3138-C979-EF4B-699BD81206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1ACC63-07AC-BA7B-6CCF-C6A4EB02C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62EB5-A931-51D1-5FFB-820197DF9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04/22/2026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78A97D-7E06-47BC-8551-1EABFE523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B28549-80B3-C84C-8CDE-88C9707F1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11300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919E6C-F33A-C13D-899E-218DA9DC6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626C77-2A56-246A-F688-601AE9FC3A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ED85D9-C55E-450F-302D-A1710153B6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756873-501F-A744-AAAE-0CDF6C6A3E0B}" type="datetimeFigureOut">
              <a:rPr lang="en-DE" smtClean="0"/>
              <a:t>04/22/2026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AAE92-D876-6695-85B7-E309638373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75DE4A-600F-7544-A595-5AD3D12E81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787686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E0E3011-D9C4-A44A-55FE-2526430C4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Stitching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3937156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rrow: U-Turn 10">
            <a:extLst>
              <a:ext uri="{FF2B5EF4-FFF2-40B4-BE49-F238E27FC236}">
                <a16:creationId xmlns:a16="http://schemas.microsoft.com/office/drawing/2014/main" id="{5110FF08-846C-3A41-1DF4-16F5FFA4A666}"/>
              </a:ext>
            </a:extLst>
          </p:cNvPr>
          <p:cNvSpPr/>
          <p:nvPr/>
        </p:nvSpPr>
        <p:spPr>
          <a:xfrm rot="10800000" flipH="1">
            <a:off x="2384347" y="2102357"/>
            <a:ext cx="8373881" cy="3833844"/>
          </a:xfrm>
          <a:prstGeom prst="uturnArrow">
            <a:avLst>
              <a:gd name="adj1" fmla="val 11623"/>
              <a:gd name="adj2" fmla="val 10788"/>
              <a:gd name="adj3" fmla="val 18519"/>
              <a:gd name="adj4" fmla="val 43750"/>
              <a:gd name="adj5" fmla="val 88926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820D58-3A0B-7CC8-EAF1-B1344A04CF0A}"/>
              </a:ext>
            </a:extLst>
          </p:cNvPr>
          <p:cNvSpPr/>
          <p:nvPr/>
        </p:nvSpPr>
        <p:spPr>
          <a:xfrm>
            <a:off x="181147" y="546950"/>
            <a:ext cx="5801056" cy="24792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7C048A-992F-6ACF-4D80-780F4532EA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228" y="3962215"/>
            <a:ext cx="5284287" cy="5227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1483F14-AF88-4C0E-ECC4-223BD3F328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8601" y="541360"/>
            <a:ext cx="5753849" cy="23779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4129782-B179-880B-71AF-5952DA9854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0957" y="3412804"/>
            <a:ext cx="4099382" cy="284668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37149DE-2A93-8504-ED9F-479094F9A5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1146" y="535840"/>
            <a:ext cx="5801056" cy="24792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C48C520-4AAF-1200-5857-D3CAC6CA5D27}"/>
              </a:ext>
            </a:extLst>
          </p:cNvPr>
          <p:cNvSpPr txBox="1"/>
          <p:nvPr/>
        </p:nvSpPr>
        <p:spPr>
          <a:xfrm>
            <a:off x="476250" y="991172"/>
            <a:ext cx="576943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tile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CB7A0A-B6BE-3705-5B05-664C154B22C5}"/>
              </a:ext>
            </a:extLst>
          </p:cNvPr>
          <p:cNvSpPr txBox="1"/>
          <p:nvPr/>
        </p:nvSpPr>
        <p:spPr>
          <a:xfrm>
            <a:off x="2063860" y="2242833"/>
            <a:ext cx="203562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scanning direction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C7A6F4-AF15-4623-6C45-ADD29CC62F47}"/>
              </a:ext>
            </a:extLst>
          </p:cNvPr>
          <p:cNvSpPr txBox="1"/>
          <p:nvPr/>
        </p:nvSpPr>
        <p:spPr>
          <a:xfrm rot="5400000">
            <a:off x="973213" y="579973"/>
            <a:ext cx="87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{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ACF07CB-6253-5B76-8FFD-54F0B85B0CF8}"/>
              </a:ext>
            </a:extLst>
          </p:cNvPr>
          <p:cNvSpPr txBox="1"/>
          <p:nvPr/>
        </p:nvSpPr>
        <p:spPr>
          <a:xfrm>
            <a:off x="911635" y="83447"/>
            <a:ext cx="11086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overlap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3354022-8774-6874-75B2-39D6A30240FD}"/>
              </a:ext>
            </a:extLst>
          </p:cNvPr>
          <p:cNvSpPr txBox="1"/>
          <p:nvPr/>
        </p:nvSpPr>
        <p:spPr>
          <a:xfrm>
            <a:off x="2020316" y="3581773"/>
            <a:ext cx="203562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image tiles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5C6F8CF-3BCC-D82E-90F8-C4CA828A4B78}"/>
              </a:ext>
            </a:extLst>
          </p:cNvPr>
          <p:cNvSpPr txBox="1"/>
          <p:nvPr/>
        </p:nvSpPr>
        <p:spPr>
          <a:xfrm>
            <a:off x="3081674" y="4738607"/>
            <a:ext cx="2035629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If required flat-field correction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4C9536-24FD-42B6-1A9D-EE89A73CB416}"/>
              </a:ext>
            </a:extLst>
          </p:cNvPr>
          <p:cNvSpPr txBox="1"/>
          <p:nvPr/>
        </p:nvSpPr>
        <p:spPr>
          <a:xfrm>
            <a:off x="7270957" y="6268332"/>
            <a:ext cx="203562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align by position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C4B080-C041-B1E3-9B6A-B63A9511F5DE}"/>
              </a:ext>
            </a:extLst>
          </p:cNvPr>
          <p:cNvSpPr txBox="1"/>
          <p:nvPr/>
        </p:nvSpPr>
        <p:spPr>
          <a:xfrm>
            <a:off x="9334710" y="6238770"/>
            <a:ext cx="2035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register to refine alignment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06FEFDC-D401-4819-B100-ABE5B86F355B}"/>
              </a:ext>
            </a:extLst>
          </p:cNvPr>
          <p:cNvSpPr txBox="1"/>
          <p:nvPr/>
        </p:nvSpPr>
        <p:spPr>
          <a:xfrm>
            <a:off x="8087710" y="163186"/>
            <a:ext cx="203562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STITCHED IMAGE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86936D4-A97F-706B-D807-3813AF4932DD}"/>
              </a:ext>
            </a:extLst>
          </p:cNvPr>
          <p:cNvSpPr txBox="1"/>
          <p:nvPr/>
        </p:nvSpPr>
        <p:spPr>
          <a:xfrm>
            <a:off x="7772024" y="2977017"/>
            <a:ext cx="203562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Blending/fusion</a:t>
            </a:r>
          </a:p>
        </p:txBody>
      </p:sp>
    </p:spTree>
    <p:extLst>
      <p:ext uri="{BB962C8B-B14F-4D97-AF65-F5344CB8AC3E}">
        <p14:creationId xmlns:p14="http://schemas.microsoft.com/office/powerpoint/2010/main" val="40921722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</Words>
  <Application>Microsoft Office PowerPoint</Application>
  <PresentationFormat>Widescreen</PresentationFormat>
  <Paragraphs>11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Stitching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Politi, Antonio</dc:creator>
  <cp:lastModifiedBy>Politi, Antonio</cp:lastModifiedBy>
  <cp:revision>9</cp:revision>
  <dcterms:created xsi:type="dcterms:W3CDTF">2026-02-21T12:42:28Z</dcterms:created>
  <dcterms:modified xsi:type="dcterms:W3CDTF">2026-04-22T16:31:18Z</dcterms:modified>
</cp:coreProperties>
</file>