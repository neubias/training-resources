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8" r:id="rId3"/>
  </p:sldIdLst>
  <p:sldSz cx="24384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93"/>
  </p:normalViewPr>
  <p:slideViewPr>
    <p:cSldViewPr snapToGrid="0">
      <p:cViewPr varScale="1">
        <p:scale>
          <a:sx n="34" d="100"/>
          <a:sy n="34" d="100"/>
        </p:scale>
        <p:origin x="110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7201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3395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86123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22214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88893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20165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0102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35658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44182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30905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52181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CDD28-0A48-0E47-898B-1110AC508CAE}" type="datetimeFigureOut">
              <a:rPr lang="en-DE" smtClean="0"/>
              <a:t>06/11/2026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51737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9143A-B4F7-C5A0-A1A2-49B393710C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Sample </a:t>
            </a:r>
            <a:r>
              <a:rPr lang="en-US"/>
              <a:t>preparation artefact</a:t>
            </a: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334E60-4D97-F6E0-64A5-3D790E1EBE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46851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rrow: Down 17">
            <a:extLst>
              <a:ext uri="{FF2B5EF4-FFF2-40B4-BE49-F238E27FC236}">
                <a16:creationId xmlns:a16="http://schemas.microsoft.com/office/drawing/2014/main" id="{1BB5C903-2C50-D707-2AE6-0AA56B32DA5E}"/>
              </a:ext>
            </a:extLst>
          </p:cNvPr>
          <p:cNvSpPr/>
          <p:nvPr/>
        </p:nvSpPr>
        <p:spPr>
          <a:xfrm rot="16200000">
            <a:off x="11059690" y="-5544889"/>
            <a:ext cx="1934448" cy="17348225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E06F6D-739B-C73B-FE52-DFDF94722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798" y="1256837"/>
            <a:ext cx="3319445" cy="360575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22F5F54-F7DA-CED8-2CEF-E8A8443ABF7A}"/>
              </a:ext>
            </a:extLst>
          </p:cNvPr>
          <p:cNvSpPr/>
          <p:nvPr/>
        </p:nvSpPr>
        <p:spPr>
          <a:xfrm>
            <a:off x="9502664" y="1673501"/>
            <a:ext cx="4061854" cy="3136200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542290E-0B5F-10ED-A08C-CBEC9DD20D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69316" y="1696760"/>
            <a:ext cx="2528551" cy="171829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D5DAD51-66EB-A4CD-44A5-C78652D62E2F}"/>
              </a:ext>
            </a:extLst>
          </p:cNvPr>
          <p:cNvSpPr txBox="1"/>
          <p:nvPr/>
        </p:nvSpPr>
        <p:spPr>
          <a:xfrm>
            <a:off x="21109191" y="672062"/>
            <a:ext cx="27284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Stained sample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DC69280-B583-3C5F-4DD0-44FCCB3AE8D7}"/>
              </a:ext>
            </a:extLst>
          </p:cNvPr>
          <p:cNvGrpSpPr/>
          <p:nvPr/>
        </p:nvGrpSpPr>
        <p:grpSpPr>
          <a:xfrm>
            <a:off x="3569831" y="1625206"/>
            <a:ext cx="5657962" cy="3184496"/>
            <a:chOff x="7410677" y="792480"/>
            <a:chExt cx="6080035" cy="3345936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4EB824C7-8E36-DA0F-CF53-8046F6764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410677" y="796372"/>
              <a:ext cx="6080035" cy="3342043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58C4BDA-39CD-E94A-DFD7-9CE6FCC6EF93}"/>
                </a:ext>
              </a:extLst>
            </p:cNvPr>
            <p:cNvSpPr/>
            <p:nvPr/>
          </p:nvSpPr>
          <p:spPr>
            <a:xfrm>
              <a:off x="7424488" y="792480"/>
              <a:ext cx="6038353" cy="3345936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D9D4D63-E050-7C00-3AB3-F3142ED7355F}"/>
              </a:ext>
            </a:extLst>
          </p:cNvPr>
          <p:cNvSpPr txBox="1"/>
          <p:nvPr/>
        </p:nvSpPr>
        <p:spPr>
          <a:xfrm>
            <a:off x="5056371" y="1016941"/>
            <a:ext cx="30506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Chemical fixation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BC5463-E985-6ED2-AA9B-36D355D47DD6}"/>
              </a:ext>
            </a:extLst>
          </p:cNvPr>
          <p:cNvSpPr txBox="1"/>
          <p:nvPr/>
        </p:nvSpPr>
        <p:spPr>
          <a:xfrm>
            <a:off x="10227698" y="1052217"/>
            <a:ext cx="29775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Permeabilization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AA1CB1-984B-5736-3B99-15E5F3394FED}"/>
              </a:ext>
            </a:extLst>
          </p:cNvPr>
          <p:cNvSpPr/>
          <p:nvPr/>
        </p:nvSpPr>
        <p:spPr>
          <a:xfrm>
            <a:off x="13762511" y="1678397"/>
            <a:ext cx="5663953" cy="3180791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28904AF-1B6F-A04B-9C46-40A5FD0BEF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68889" y="1704790"/>
            <a:ext cx="4251197" cy="1829304"/>
          </a:xfrm>
          <a:prstGeom prst="rect">
            <a:avLst/>
          </a:prstGeom>
          <a:ln>
            <a:noFill/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AF49C33-28D8-D932-D161-42388E07F901}"/>
              </a:ext>
            </a:extLst>
          </p:cNvPr>
          <p:cNvSpPr txBox="1"/>
          <p:nvPr/>
        </p:nvSpPr>
        <p:spPr>
          <a:xfrm>
            <a:off x="9885469" y="3516502"/>
            <a:ext cx="3296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Triton, Tween, ….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0DB3CA-94C9-BFBF-0F43-9CA9A09BACAB}"/>
              </a:ext>
            </a:extLst>
          </p:cNvPr>
          <p:cNvSpPr txBox="1"/>
          <p:nvPr/>
        </p:nvSpPr>
        <p:spPr>
          <a:xfrm>
            <a:off x="15942844" y="1058646"/>
            <a:ext cx="16690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Labelling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4EBEA1F8-7314-37BA-A737-8F3D5505CF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784323" y="1256837"/>
            <a:ext cx="3261309" cy="3602736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99FCF8FC-7A44-7DD1-5B2B-83399549A86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94755" y="3980369"/>
            <a:ext cx="762515" cy="762515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08C4DF9A-3FAB-6753-7CD0-4D7492725D1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677138" y="3980369"/>
            <a:ext cx="762515" cy="762515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52F1EA7F-2999-1967-524C-DAC1D5B4042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608274" y="3980369"/>
            <a:ext cx="762515" cy="76251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CED495C-3D5F-378B-0737-9AD69F858A66}"/>
              </a:ext>
            </a:extLst>
          </p:cNvPr>
          <p:cNvSpPr txBox="1"/>
          <p:nvPr/>
        </p:nvSpPr>
        <p:spPr>
          <a:xfrm>
            <a:off x="13812128" y="3546982"/>
            <a:ext cx="5564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Immunolabelling, direct labelling, …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EA77C3F-3164-6236-BFBD-AD0B5C5C1411}"/>
              </a:ext>
            </a:extLst>
          </p:cNvPr>
          <p:cNvSpPr txBox="1"/>
          <p:nvPr/>
        </p:nvSpPr>
        <p:spPr>
          <a:xfrm>
            <a:off x="7760531" y="5551563"/>
            <a:ext cx="88629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Example sample preparation artefacts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CB433B3-80CD-ADCA-4946-383571063EE0}"/>
              </a:ext>
            </a:extLst>
          </p:cNvPr>
          <p:cNvGrpSpPr/>
          <p:nvPr/>
        </p:nvGrpSpPr>
        <p:grpSpPr>
          <a:xfrm>
            <a:off x="2453640" y="6950104"/>
            <a:ext cx="4678680" cy="4790919"/>
            <a:chOff x="2057400" y="6950104"/>
            <a:chExt cx="4678680" cy="4790919"/>
          </a:xfrm>
        </p:grpSpPr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C84D84B3-2A43-DF9B-BC98-E45FA000B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276550" y="7733335"/>
              <a:ext cx="4240380" cy="3405445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4E98005-F11C-4D40-D428-851E2AD9ECD4}"/>
                </a:ext>
              </a:extLst>
            </p:cNvPr>
            <p:cNvSpPr txBox="1"/>
            <p:nvPr/>
          </p:nvSpPr>
          <p:spPr>
            <a:xfrm>
              <a:off x="3326640" y="6957496"/>
              <a:ext cx="21402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Penetration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0D0F3BF-23CE-F37D-B4AB-38C0C5DCD494}"/>
                </a:ext>
              </a:extLst>
            </p:cNvPr>
            <p:cNvSpPr/>
            <p:nvPr/>
          </p:nvSpPr>
          <p:spPr>
            <a:xfrm>
              <a:off x="2057400" y="6950104"/>
              <a:ext cx="4678680" cy="479091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DC58174-A5C1-026C-F3AC-959036C5589C}"/>
              </a:ext>
            </a:extLst>
          </p:cNvPr>
          <p:cNvGrpSpPr/>
          <p:nvPr/>
        </p:nvGrpSpPr>
        <p:grpSpPr>
          <a:xfrm>
            <a:off x="9426090" y="6950104"/>
            <a:ext cx="5137685" cy="4790919"/>
            <a:chOff x="9201857" y="6950104"/>
            <a:chExt cx="5137685" cy="4790919"/>
          </a:xfrm>
        </p:grpSpPr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9C467D1D-9D45-53D4-EE01-BA1394E31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650509" y="7931275"/>
              <a:ext cx="4240380" cy="3405446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8D78CB-F39C-BFF2-BEEC-B91898FC9F2B}"/>
                </a:ext>
              </a:extLst>
            </p:cNvPr>
            <p:cNvSpPr txBox="1"/>
            <p:nvPr/>
          </p:nvSpPr>
          <p:spPr>
            <a:xfrm>
              <a:off x="9240712" y="6957496"/>
              <a:ext cx="50599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Structure is poorly conserved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7447C1F-9A3F-29C7-0CFA-7CC1551498F9}"/>
                </a:ext>
              </a:extLst>
            </p:cNvPr>
            <p:cNvSpPr/>
            <p:nvPr/>
          </p:nvSpPr>
          <p:spPr>
            <a:xfrm>
              <a:off x="9201857" y="6950104"/>
              <a:ext cx="5137685" cy="479091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7E4B93D-2FE7-44D4-3162-8A732B343D64}"/>
              </a:ext>
            </a:extLst>
          </p:cNvPr>
          <p:cNvGrpSpPr/>
          <p:nvPr/>
        </p:nvGrpSpPr>
        <p:grpSpPr>
          <a:xfrm>
            <a:off x="16857545" y="6950104"/>
            <a:ext cx="5059976" cy="4790919"/>
            <a:chOff x="16461305" y="6950104"/>
            <a:chExt cx="5059976" cy="4790919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528D0040-F4F9-2340-BC7A-B4CCF9669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6871103" y="7733335"/>
              <a:ext cx="4240380" cy="3623393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C99F3EF-FFD5-BD29-A16A-36C3D6EB7331}"/>
                </a:ext>
              </a:extLst>
            </p:cNvPr>
            <p:cNvSpPr txBox="1"/>
            <p:nvPr/>
          </p:nvSpPr>
          <p:spPr>
            <a:xfrm>
              <a:off x="16690503" y="6957496"/>
              <a:ext cx="460158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Shape changes (shrinkage)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8946DCE-242A-8826-659B-6AF6551C5342}"/>
                </a:ext>
              </a:extLst>
            </p:cNvPr>
            <p:cNvSpPr/>
            <p:nvPr/>
          </p:nvSpPr>
          <p:spPr>
            <a:xfrm>
              <a:off x="16461305" y="6950104"/>
              <a:ext cx="5059976" cy="479091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6296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34</Words>
  <Application>Microsoft Office PowerPoint</Application>
  <PresentationFormat>Custom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2013 - 2022 Theme</vt:lpstr>
      <vt:lpstr>Sample preparation artefact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Tischer</dc:creator>
  <cp:lastModifiedBy>Politi, Antonio</cp:lastModifiedBy>
  <cp:revision>18</cp:revision>
  <dcterms:created xsi:type="dcterms:W3CDTF">2026-02-23T13:11:52Z</dcterms:created>
  <dcterms:modified xsi:type="dcterms:W3CDTF">2026-06-11T12:26:47Z</dcterms:modified>
</cp:coreProperties>
</file>