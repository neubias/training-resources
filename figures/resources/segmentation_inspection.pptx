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43"/>
  </p:normalViewPr>
  <p:slideViewPr>
    <p:cSldViewPr snapToGrid="0" snapToObjects="1">
      <p:cViewPr varScale="1">
        <p:scale>
          <a:sx n="122" d="100"/>
          <a:sy n="122" d="100"/>
        </p:scale>
        <p:origin x="22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36230-90DE-6F4C-8B78-A9924F978F5D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827E-24E5-7B46-A8A2-D0C31D6FB46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061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334C5-9F95-8D4A-AD94-30D389E7C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BE2464-1FDB-AB4B-81EA-F3A467172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9A24D-9A9D-2043-9855-D3720455D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4BF-54B3-0F4E-9049-C36E7AA64E59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255F1-A546-5441-B248-0690DB812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76232-89C8-1C45-8901-C9ECC10B1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86A4-B481-3B4F-9B1F-6AD4EC9A17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8007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3C7DA-DF20-9040-95A6-DBD3AF729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040F7-0300-244C-901C-C3D9DDFAB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F7F7A-7C5F-8F40-B16E-2E7970701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4BF-54B3-0F4E-9049-C36E7AA64E59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50869-FF23-094D-8622-4ADE756A2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8899F-9C41-D54F-A80E-5C908176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86A4-B481-3B4F-9B1F-6AD4EC9A17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0122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63E4C-86C7-DC4D-8479-0E51724A0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DAE3F-7A7A-CE40-B391-32368D427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E3BE1-17F3-C04F-8DBB-F1964DF4A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4BF-54B3-0F4E-9049-C36E7AA64E59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F19F1-818C-EF40-88EB-10C3A38B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46494-5811-5E40-925A-43F2E290B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86A4-B481-3B4F-9B1F-6AD4EC9A17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7937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E553C-721D-DF44-AE66-1C83087AC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2C6BA-167F-7244-97D3-C3AF615F07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59237D-D4F7-1A47-8F03-88996A4EA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82365-F24E-F04B-9C6B-AA5DBD637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4BF-54B3-0F4E-9049-C36E7AA64E59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54552-225A-4746-8C1B-4FE6F5EC3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82327-5054-C84F-BB73-1149D61D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86A4-B481-3B4F-9B1F-6AD4EC9A17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8487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AA77-7D52-7F4A-8B78-7BF7E8B1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E96DE-60C3-B543-8032-B882F3692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08454-5CEF-1F49-8C5F-3288F9EA0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CDC786-C272-B145-A6EB-BB6D4D477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BF7B39-8245-6445-81ED-E68BDA2D31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82195A-9B7D-F34C-9346-1E0AF240D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4BF-54B3-0F4E-9049-C36E7AA64E59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C61761-255B-024C-A47F-ABB0ABDF8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968C0D-844D-4144-912C-866033960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86A4-B481-3B4F-9B1F-6AD4EC9A17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0471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1A2E-2D17-294C-BB62-69F680AE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98DB57-1D7B-6C4E-8464-F8B8A35E1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4BF-54B3-0F4E-9049-C36E7AA64E59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F02B9C-C2E4-5F4D-B9B3-9F41ED776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BCA896-3871-2F4A-A05A-518582E1E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86A4-B481-3B4F-9B1F-6AD4EC9A17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0688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1B6FA0-FBE1-3941-86EA-6057027B3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4BF-54B3-0F4E-9049-C36E7AA64E59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6BED9-3C7F-5B4D-9CF9-685EEDF48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F628F-B13F-AB42-A548-30C2FC1AB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86A4-B481-3B4F-9B1F-6AD4EC9A17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1403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117EF-7E25-7F47-AB89-3433DB18E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73800-6B32-0D41-AE0B-B4F6881A8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9FA350-7904-7046-93E8-BBFF7300D8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55A0F-2563-A149-B6E0-9AA7C0C5E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4BF-54B3-0F4E-9049-C36E7AA64E59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EBC4A-753E-3C49-BEE8-469498FC4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4D330-B8CB-B645-9675-0C9F7D332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86A4-B481-3B4F-9B1F-6AD4EC9A17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9207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3FDC9-6224-3E42-ACC9-F66EEF34D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2B59AB-F487-4145-A8C7-4255D4744A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62D5-3BF3-6C4D-A0A5-F538E4616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18968-27F6-0D4D-B15F-566C06B50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4BF-54B3-0F4E-9049-C36E7AA64E59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220B7C-7097-E941-BB6A-CA56AC97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E385B-2F00-1F49-96FF-051D80FA8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86A4-B481-3B4F-9B1F-6AD4EC9A17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3880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323A-8098-E04B-9EF5-FC9A274D8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E23A06-FA44-B948-93D8-C29D86111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DC8D5-BA0E-CA4C-BDD9-FBAC29AE2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4BF-54B3-0F4E-9049-C36E7AA64E59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5CF78-D62E-314B-AE3D-583A5856B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79E51-4018-8F49-AD77-1427AE25E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86A4-B481-3B4F-9B1F-6AD4EC9A17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3147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6BA26D-7E7B-2349-A7F3-4A3DA785F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6E5B0-59D8-A74F-B620-2505FDAFA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63AEB-054F-8946-A138-4DF228405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4BF-54B3-0F4E-9049-C36E7AA64E59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D2CA5-DD2C-D04F-8B94-D4908D072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154C4-704C-7745-B51D-03444FDC6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86A4-B481-3B4F-9B1F-6AD4EC9A17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652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AFF1F6-45D8-CC4A-9294-6AE0EA952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FB159-E473-204D-82AB-07CB62E8C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CAEE-0C25-4841-9AA0-5000F35B59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CD4BF-54B3-0F4E-9049-C36E7AA64E59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AEA36-9D43-E747-AFC0-68F0C9FCD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8D160-1622-E149-9A21-43E88EB6F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386A4-B481-3B4F-9B1F-6AD4EC9A17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4657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tiff"/><Relationship Id="rId4" Type="http://schemas.openxmlformats.org/officeDocument/2006/relationships/image" Target="../media/image3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5A26-E47F-F760-DABF-AC4C658852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E" dirty="0"/>
              <a:t>Segmentation Inspection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6E54D3-500F-4AA2-C5B2-2393B36608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81746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E32160-94B7-099C-8835-9C8209B3F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33" y="1639612"/>
            <a:ext cx="2749268" cy="3848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4B141A-6A29-C06E-FFD3-02CD4D8E7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499" y="1639612"/>
            <a:ext cx="2749268" cy="3848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E58FB1-805A-88E2-791C-EB2D66517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165" y="1639612"/>
            <a:ext cx="2749268" cy="3848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5BB784-D28C-7E95-5185-E9EA3B4773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32" y="1639612"/>
            <a:ext cx="2749268" cy="384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788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Segmentation Inspection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Connected Components</dc:title>
  <dc:creator>Microsoft Office User</dc:creator>
  <cp:lastModifiedBy>Christian Tischer</cp:lastModifiedBy>
  <cp:revision>3</cp:revision>
  <dcterms:created xsi:type="dcterms:W3CDTF">2020-12-14T10:02:32Z</dcterms:created>
  <dcterms:modified xsi:type="dcterms:W3CDTF">2026-05-19T12:31:37Z</dcterms:modified>
</cp:coreProperties>
</file>