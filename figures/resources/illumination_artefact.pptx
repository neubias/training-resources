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2"/>
    <p:restoredTop sz="94789"/>
  </p:normalViewPr>
  <p:slideViewPr>
    <p:cSldViewPr snapToGrid="0">
      <p:cViewPr>
        <p:scale>
          <a:sx n="70" d="100"/>
          <a:sy n="70" d="100"/>
        </p:scale>
        <p:origin x="2136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71F8-1DCF-0E89-A3C1-BB74BF5D0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76DA4-A82C-D60F-8807-F39A2DD06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04831-64F6-8AB1-4222-2BE0AF82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B8C8D-7371-EE3E-96AB-77046DE4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E040F-7E9B-19A7-539D-D25AD84F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55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1AB9-6EFD-B35F-94EA-32AC0837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0D005-5869-116B-FE39-23D14F58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4FF95-11FA-BEA9-ABE6-D5CDCBDB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8B1BF-6595-7E29-79F6-C8F7FCB8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164D2-501C-FCDB-8855-763BBFD3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140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7A7B-9492-A804-DADB-A20581869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A5D0E-F4FC-F7A4-3579-0A0CA8535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2A68D-55F3-31F3-7498-22245EFB8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92926-677E-35C2-BD24-D5BE23B0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188D3-45A7-5DB3-BAFA-E78AE3CA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80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1F78-BBE7-1BEB-DB63-FE7D1B79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16BFD-9B4F-8B76-90A6-D570EF8E3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AA9DB-A5E3-35AD-BF39-CD74C9CF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94601-4B43-57B4-D5B8-A0E8826F9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36CAD-B08D-DC4C-AE99-909EC1E3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918C7-C2F9-8644-1D9E-7C0274D6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981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C283-E531-46A8-BCB8-89696615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D9FA7-FB4C-A408-6376-6DE1FE69A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CC3C3-D0C8-0FA6-CFC0-AD0BD2B37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1D127-A286-F7FD-0356-56999DFD2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89143-41C1-A34A-65A8-6AB1F6CA7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0BA3A-E650-E0D9-3079-4629B4A7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C4BEF-B790-E5F5-B262-3EB12749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BEA00-C2B6-C64B-2114-56832EEA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688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5909-E2D9-7A7A-1B37-86DD4D15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46D16-FD4C-D797-CA31-D0BB9DFA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364FD-416A-52EB-AE22-A1AEE994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7FC76-723D-D792-FBDF-C9E49FEE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335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72C7A-A76B-9082-DE4B-7350C647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07FAB-B088-3D3E-4608-3DED3190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CA178-D4E2-8ED9-91B7-28007784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189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F282-2CF1-2447-25A1-687F5612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723A2-B7CE-A004-EC19-E1199216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1DCBB-8A71-C13E-C2AE-BABC4FEAB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1860B-8B9C-9074-DC8A-5A036157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601EF-AB77-DFF5-1554-C1CBDD4C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2DDDD-41FD-0D29-8727-06BFED85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31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86E6-3092-97B1-8315-D137D39A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44B56-38C3-CFDC-FE7A-7C9822926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E6FFC-083E-938B-C3F6-55B75137E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FB13A-659D-1313-AA90-5A049B6B3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C8006-A686-2771-E690-C5A7A34F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62C79-22F4-9D7B-A562-F1D9399A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472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E9E0-DAD1-1A9D-C105-87A8CF9C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3DAAF-4790-D654-1F65-4E5703578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2FD42-71DE-40E1-65AD-464B8318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3416-08FD-B8A3-0EF2-578FD02AA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E1459-A753-08E4-C650-F411F24D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639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76B9E-3138-C979-EF4B-699BD8120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ACC63-07AC-BA7B-6CCF-C6A4EB02C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62EB5-A931-51D1-5FFB-820197DF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8A97D-7E06-47BC-8551-1EABFE52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28549-80B3-C84C-8CDE-88C9707F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1300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19E6C-F33A-C13D-899E-218DA9DC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26C77-2A56-246A-F688-601AE9FC3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D85D9-C55E-450F-302D-A1710153B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56873-501F-A744-AAAE-0CDF6C6A3E0B}" type="datetimeFigureOut">
              <a:rPr lang="en-DE" smtClean="0"/>
              <a:t>21.02.26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AAE92-D876-6695-85B7-E30963837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5DE4A-600F-7544-A595-5AD3D12E8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876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0E3011-D9C4-A44A-55FE-2526430C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Illumination and shading artefacts</a:t>
            </a:r>
          </a:p>
        </p:txBody>
      </p:sp>
    </p:spTree>
    <p:extLst>
      <p:ext uri="{BB962C8B-B14F-4D97-AF65-F5344CB8AC3E}">
        <p14:creationId xmlns:p14="http://schemas.microsoft.com/office/powerpoint/2010/main" val="139371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20236-2400-F4AC-104B-0E9674B55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454" y="627283"/>
            <a:ext cx="3187700" cy="240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283581-7893-BFEE-9F0D-F40859B5C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568" y="2089150"/>
            <a:ext cx="3390900" cy="267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B64229-9F9F-F314-9BCE-D9998D5E8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057" y="3635041"/>
            <a:ext cx="3390900" cy="2679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3690A-D334-AB54-AA88-8A877268BD24}"/>
              </a:ext>
            </a:extLst>
          </p:cNvPr>
          <p:cNvSpPr txBox="1"/>
          <p:nvPr/>
        </p:nvSpPr>
        <p:spPr>
          <a:xfrm>
            <a:off x="707821" y="186435"/>
            <a:ext cx="517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400" dirty="0">
                <a:latin typeface="Calibri" panose="020F0502020204030204" pitchFamily="34" charset="0"/>
                <a:cs typeface="Calibri" panose="020F0502020204030204" pitchFamily="34" charset="0"/>
              </a:rPr>
              <a:t>Illumination profile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F948A-1DA9-9878-6A12-D66B7371FA67}"/>
              </a:ext>
            </a:extLst>
          </p:cNvPr>
          <p:cNvSpPr txBox="1"/>
          <p:nvPr/>
        </p:nvSpPr>
        <p:spPr>
          <a:xfrm>
            <a:off x="2615973" y="3404209"/>
            <a:ext cx="1357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400" dirty="0">
                <a:latin typeface="Calibri" panose="020F0502020204030204" pitchFamily="34" charset="0"/>
                <a:cs typeface="Calibri" panose="020F0502020204030204" pitchFamily="34" charset="0"/>
              </a:rPr>
              <a:t>Sample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2706E-8540-82DE-C6CA-220CFEBE97B1}"/>
              </a:ext>
            </a:extLst>
          </p:cNvPr>
          <p:cNvSpPr txBox="1"/>
          <p:nvPr/>
        </p:nvSpPr>
        <p:spPr>
          <a:xfrm>
            <a:off x="6849533" y="1727459"/>
            <a:ext cx="4714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400" dirty="0">
                <a:latin typeface="Calibri" panose="020F0502020204030204" pitchFamily="34" charset="0"/>
                <a:cs typeface="Calibri" panose="020F0502020204030204" pitchFamily="34" charset="0"/>
              </a:rPr>
              <a:t>Image with shading artefact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D691E4D-0D67-B309-99DE-974D181E99C8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879154" y="1827433"/>
            <a:ext cx="2632414" cy="1601567"/>
          </a:xfrm>
          <a:prstGeom prst="bentConnector3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40723F7E-A586-D609-C22E-01540BFD438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68308" y="3543027"/>
            <a:ext cx="1545891" cy="1317839"/>
          </a:xfrm>
          <a:prstGeom prst="bentConnector3">
            <a:avLst>
              <a:gd name="adj1" fmla="val 2057"/>
            </a:avLst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17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CD851D-8E08-9313-2330-3E4DB6339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019" y="383748"/>
            <a:ext cx="3390900" cy="2679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627DB8-E093-EA05-DA05-EFA1FF16CD2C}"/>
              </a:ext>
            </a:extLst>
          </p:cNvPr>
          <p:cNvSpPr txBox="1"/>
          <p:nvPr/>
        </p:nvSpPr>
        <p:spPr>
          <a:xfrm>
            <a:off x="426513" y="6306441"/>
            <a:ext cx="517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400" dirty="0">
                <a:latin typeface="Calibri" panose="020F0502020204030204" pitchFamily="34" charset="0"/>
                <a:cs typeface="Calibri" panose="020F0502020204030204" pitchFamily="34" charset="0"/>
              </a:rPr>
              <a:t>Normalized flat-field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90CA2B-3F9A-9973-D990-CA94D4ABC2DB}"/>
              </a:ext>
            </a:extLst>
          </p:cNvPr>
          <p:cNvSpPr txBox="1"/>
          <p:nvPr/>
        </p:nvSpPr>
        <p:spPr>
          <a:xfrm>
            <a:off x="582984" y="89894"/>
            <a:ext cx="4714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400" dirty="0">
                <a:latin typeface="Calibri" panose="020F0502020204030204" pitchFamily="34" charset="0"/>
                <a:cs typeface="Calibri" panose="020F0502020204030204" pitchFamily="34" charset="0"/>
              </a:rPr>
              <a:t>Background subtracted image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ECD4A3-ECED-7ACF-543E-EBD9A23A9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931" y="3843120"/>
            <a:ext cx="3187700" cy="2400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6218B4-ECD0-BAF6-5604-412A95AFE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083" y="2006854"/>
            <a:ext cx="3390900" cy="2679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3FC77E-4868-2A72-C020-3818444C4966}"/>
                  </a:ext>
                </a:extLst>
              </p:cNvPr>
              <p:cNvSpPr txBox="1"/>
              <p:nvPr/>
            </p:nvSpPr>
            <p:spPr>
              <a:xfrm>
                <a:off x="2310549" y="3071605"/>
                <a:ext cx="146304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lang="en-DE" sz="40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3FC77E-4868-2A72-C020-3818444C4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549" y="3071605"/>
                <a:ext cx="146304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14">
            <a:extLst>
              <a:ext uri="{FF2B5EF4-FFF2-40B4-BE49-F238E27FC236}">
                <a16:creationId xmlns:a16="http://schemas.microsoft.com/office/drawing/2014/main" id="{CDCBBB11-CDEF-A4C2-6108-B864D44C1A06}"/>
              </a:ext>
            </a:extLst>
          </p:cNvPr>
          <p:cNvSpPr/>
          <p:nvPr/>
        </p:nvSpPr>
        <p:spPr>
          <a:xfrm>
            <a:off x="4919473" y="2779776"/>
            <a:ext cx="2487168" cy="13533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B594CB-0B8D-1F64-5C06-FFF793A3BB18}"/>
              </a:ext>
            </a:extLst>
          </p:cNvPr>
          <p:cNvSpPr txBox="1"/>
          <p:nvPr/>
        </p:nvSpPr>
        <p:spPr>
          <a:xfrm>
            <a:off x="6664425" y="1660606"/>
            <a:ext cx="517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400" dirty="0">
                <a:latin typeface="Calibri" panose="020F0502020204030204" pitchFamily="34" charset="0"/>
                <a:cs typeface="Calibri" panose="020F0502020204030204" pitchFamily="34" charset="0"/>
              </a:rPr>
              <a:t>Flat field corrected image</a:t>
            </a:r>
          </a:p>
        </p:txBody>
      </p:sp>
    </p:spTree>
    <p:extLst>
      <p:ext uri="{BB962C8B-B14F-4D97-AF65-F5344CB8AC3E}">
        <p14:creationId xmlns:p14="http://schemas.microsoft.com/office/powerpoint/2010/main" val="43184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495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21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Office Theme</vt:lpstr>
      <vt:lpstr>Illumination and shading artefacts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Politi, Antonio</dc:creator>
  <cp:lastModifiedBy>Politi, Antonio</cp:lastModifiedBy>
  <cp:revision>4</cp:revision>
  <dcterms:created xsi:type="dcterms:W3CDTF">2026-02-21T12:42:28Z</dcterms:created>
  <dcterms:modified xsi:type="dcterms:W3CDTF">2026-02-21T16:42:22Z</dcterms:modified>
</cp:coreProperties>
</file>