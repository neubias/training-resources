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3F0"/>
    <a:srgbClr val="FF00FF"/>
    <a:srgbClr val="FF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3"/>
  </p:normalViewPr>
  <p:slideViewPr>
    <p:cSldViewPr snapToGrid="0">
      <p:cViewPr varScale="1">
        <p:scale>
          <a:sx n="113" d="100"/>
          <a:sy n="113" d="100"/>
        </p:scale>
        <p:origin x="483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13F7-021F-25FF-DB78-06FE4F75C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B9C03-3025-C764-8464-EF9F56247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F8F3D-CDCA-91FC-44F5-49EDE345D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3E76C-F93A-5949-8232-824D624C7244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919AD-DFD7-457F-11A9-1B92FF14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B23CC-C27A-0D15-8941-22859B667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A11E-7ED5-5E41-8E5B-E546ACC531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3325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F0D1-6584-C95D-1114-5BB1551A0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D9DD7-7E7A-F098-3737-483F60C63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83437-5E90-8A07-A35F-9534F16BB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3E76C-F93A-5949-8232-824D624C7244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2388D-EBCF-CDA8-CB2A-2C15E223D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411E9-E545-431F-017E-ABD415E2D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A11E-7ED5-5E41-8E5B-E546ACC531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2432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C74B0-9320-3C93-EF62-AAD16F5CF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70B33-A4E9-04F0-C387-A133A14E9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DD01A-3F6F-C477-5F05-31F4C877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3E76C-F93A-5949-8232-824D624C7244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A45E7-4D35-7765-2259-8C55C38C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BF08D-8DD9-7F2F-6C33-6CF795876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A11E-7ED5-5E41-8E5B-E546ACC531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1086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D9466-9765-AC63-B999-E5C9A210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E861E-5349-21BF-DC78-D9A24EE49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8F8F8-965C-6DAD-925A-BCEE576C8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CAF51-E0D1-A98B-1222-44FA1122E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3E76C-F93A-5949-8232-824D624C7244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F1D8A-AA6C-E4B1-6440-2C6F655C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432DC-CCFE-17E9-2B4C-5E419513A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A11E-7ED5-5E41-8E5B-E546ACC531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30115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D054-7699-0AB9-ACA1-D49E5EE6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AA67C-0BD7-9E1A-1AFF-76C865588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8CD20-D748-4F71-5188-BC55BC929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DE8668-4399-65A8-C23E-BE49A6D0D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F69177-D181-0C56-08A8-2844A224F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86281-0AB2-D6FA-1171-F8872587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3E76C-F93A-5949-8232-824D624C7244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6E79E-FA35-73B4-8FB0-24C1685B8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ACEE9-D7E5-A87F-4F1F-CD237C52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A11E-7ED5-5E41-8E5B-E546ACC531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04717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65B57-11B3-E31B-F94E-90EE8C73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58415E-DFAA-C87F-B402-F0994EDF4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3E76C-F93A-5949-8232-824D624C7244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03CCB-C438-FAA5-2C77-B129319D0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6F571-C777-30E3-F597-D4979295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A11E-7ED5-5E41-8E5B-E546ACC531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79850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2C0A2-302B-9100-37C5-4BB254E5E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3E76C-F93A-5949-8232-824D624C7244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E4875-6907-3418-E9B3-08B1559A1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E3496-042B-A42A-75FA-A170AFC7F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A11E-7ED5-5E41-8E5B-E546ACC531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6297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57BF-59B4-AE97-C73D-756493A40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FA82-F8C5-EC1E-CBA7-0A158525F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74AEB-BF54-B49C-5A15-614411F7D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9DB29-72B9-3626-135F-17B654C72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3E76C-F93A-5949-8232-824D624C7244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67995-4171-BB2F-8F18-88007528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D16A7-A6FA-E57C-57FB-6F136113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A11E-7ED5-5E41-8E5B-E546ACC531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4256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BF9D-1A9A-6122-96BF-B0D03DA8F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6D6E53-B15D-B301-6C8C-29BF47EBC4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63EA3-4C9B-9288-B226-4411C1BEE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530AB-7FBF-104E-38D1-96BBA107B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3E76C-F93A-5949-8232-824D624C7244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E6F54-0CEA-FBDB-F106-70C12A6D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E460A-1983-0DE4-B67B-4968CEF1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A11E-7ED5-5E41-8E5B-E546ACC531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48164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D659-CCDC-68B8-F4EB-2E3CB11C7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221BF-6D58-0738-13D5-0006B895B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C3C08-BEB6-47E7-C76D-E3F5651AF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3E76C-F93A-5949-8232-824D624C7244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C31D6-F35F-0308-0CB5-4084A7E8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A198D-C7C5-38F9-6D19-6C0684012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A11E-7ED5-5E41-8E5B-E546ACC531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620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4A6778-BB92-8384-0F4F-7EA5220488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BCB8D-9696-9788-79BF-01D82589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0F67A-A3B2-C5E7-DFB1-1FF278E63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3E76C-F93A-5949-8232-824D624C7244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988F3-0329-88C8-43A2-0D4AEFD9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EE018-4B2B-A2AA-4328-C48DE965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A11E-7ED5-5E41-8E5B-E546ACC531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9207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EFAC84-5D8D-10DF-1529-B70DCC6B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794D2-8FE8-1629-E91E-6A1D1406C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46F43-BFC4-F060-2702-D4B224581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3E76C-F93A-5949-8232-824D624C7244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641F-0054-0CBD-9A13-96B2ABA6F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16617-5CC9-0735-C5F8-021409C58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BA11E-7ED5-5E41-8E5B-E546ACC531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2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tiff"/><Relationship Id="rId4" Type="http://schemas.openxmlformats.org/officeDocument/2006/relationships/image" Target="../media/image3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tiff"/><Relationship Id="rId4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CB90-2983-D90D-9B08-DA0176BAD5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DE" dirty="0"/>
              <a:t>ulti channel images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B93A7-DC94-7B99-F3C4-9A63134E51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273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6B8B5B3-394A-0739-1F6E-293CFD486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598" y="2425753"/>
            <a:ext cx="3821793" cy="3821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068737-650B-7467-E42E-563C22BB2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098" y="227292"/>
            <a:ext cx="2070100" cy="2070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7BFCE1-89BA-1244-A1A5-84260D57D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8098" y="2425753"/>
            <a:ext cx="2070100" cy="2070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B17D9E-456E-BD02-6FF7-86381C533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8098" y="4624214"/>
            <a:ext cx="2070100" cy="2070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5ED7E9-99AA-4FF3-6A14-B6C681050230}"/>
              </a:ext>
            </a:extLst>
          </p:cNvPr>
          <p:cNvSpPr txBox="1"/>
          <p:nvPr/>
        </p:nvSpPr>
        <p:spPr>
          <a:xfrm>
            <a:off x="3026521" y="227292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Channel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08F974-950C-5CC5-89ED-B1700459BF42}"/>
              </a:ext>
            </a:extLst>
          </p:cNvPr>
          <p:cNvSpPr txBox="1"/>
          <p:nvPr/>
        </p:nvSpPr>
        <p:spPr>
          <a:xfrm>
            <a:off x="3002978" y="2361678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Channel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EECFD9-8D97-1157-0537-39CC3D6E7289}"/>
              </a:ext>
            </a:extLst>
          </p:cNvPr>
          <p:cNvSpPr txBox="1"/>
          <p:nvPr/>
        </p:nvSpPr>
        <p:spPr>
          <a:xfrm>
            <a:off x="3045675" y="4544429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Channel 3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E36E32E-78BF-01C9-EBF5-739694BEEB57}"/>
              </a:ext>
            </a:extLst>
          </p:cNvPr>
          <p:cNvGrpSpPr/>
          <p:nvPr/>
        </p:nvGrpSpPr>
        <p:grpSpPr>
          <a:xfrm>
            <a:off x="1156176" y="4288811"/>
            <a:ext cx="1357441" cy="532485"/>
            <a:chOff x="177794" y="3163330"/>
            <a:chExt cx="1357441" cy="532485"/>
          </a:xfrm>
          <a:solidFill>
            <a:schemeClr val="bg1"/>
          </a:solidFill>
        </p:grpSpPr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8956CD46-D8E9-B555-1C67-986953B85747}"/>
                </a:ext>
              </a:extLst>
            </p:cNvPr>
            <p:cNvSpPr/>
            <p:nvPr/>
          </p:nvSpPr>
          <p:spPr>
            <a:xfrm>
              <a:off x="344688" y="3163330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AC007F2-EE15-784E-79BA-897901051689}"/>
                </a:ext>
              </a:extLst>
            </p:cNvPr>
            <p:cNvSpPr/>
            <p:nvPr/>
          </p:nvSpPr>
          <p:spPr>
            <a:xfrm>
              <a:off x="616535" y="3163330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8514D4DB-9E2C-83B6-03B6-A6A0E0CCA10D}"/>
                </a:ext>
              </a:extLst>
            </p:cNvPr>
            <p:cNvSpPr/>
            <p:nvPr/>
          </p:nvSpPr>
          <p:spPr>
            <a:xfrm>
              <a:off x="888382" y="3163330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1D011D6D-8BFA-6853-D1D0-331BCA0B0D8E}"/>
                </a:ext>
              </a:extLst>
            </p:cNvPr>
            <p:cNvSpPr/>
            <p:nvPr/>
          </p:nvSpPr>
          <p:spPr>
            <a:xfrm>
              <a:off x="261435" y="3243649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9A1885DF-817A-86CA-8619-577908811C94}"/>
                </a:ext>
              </a:extLst>
            </p:cNvPr>
            <p:cNvSpPr/>
            <p:nvPr/>
          </p:nvSpPr>
          <p:spPr>
            <a:xfrm>
              <a:off x="533282" y="3243649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4E266336-0979-750E-836C-4A2C72E00D27}"/>
                </a:ext>
              </a:extLst>
            </p:cNvPr>
            <p:cNvSpPr/>
            <p:nvPr/>
          </p:nvSpPr>
          <p:spPr>
            <a:xfrm>
              <a:off x="811616" y="3243649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0DBD2E71-08CE-1F86-333A-0C5451CE84BF}"/>
                </a:ext>
              </a:extLst>
            </p:cNvPr>
            <p:cNvSpPr/>
            <p:nvPr/>
          </p:nvSpPr>
          <p:spPr>
            <a:xfrm>
              <a:off x="177794" y="3323968"/>
              <a:ext cx="370702" cy="370702"/>
            </a:xfrm>
            <a:prstGeom prst="cub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BA217016-6E84-4315-2A79-DBA40387A84C}"/>
                </a:ext>
              </a:extLst>
            </p:cNvPr>
            <p:cNvSpPr/>
            <p:nvPr/>
          </p:nvSpPr>
          <p:spPr>
            <a:xfrm>
              <a:off x="458368" y="3323968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E0E7E13-A852-0599-3EBA-AC2BEE2E3360}"/>
                </a:ext>
              </a:extLst>
            </p:cNvPr>
            <p:cNvSpPr/>
            <p:nvPr/>
          </p:nvSpPr>
          <p:spPr>
            <a:xfrm>
              <a:off x="737090" y="3323968"/>
              <a:ext cx="370702" cy="370702"/>
            </a:xfrm>
            <a:prstGeom prst="cube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38F361E2-8E2E-BF19-D57A-A1E6975E1401}"/>
                </a:ext>
              </a:extLst>
            </p:cNvPr>
            <p:cNvSpPr/>
            <p:nvPr/>
          </p:nvSpPr>
          <p:spPr>
            <a:xfrm>
              <a:off x="1164533" y="3164475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7136730D-E6AB-781D-A57B-27DB9A35EF2B}"/>
                </a:ext>
              </a:extLst>
            </p:cNvPr>
            <p:cNvSpPr/>
            <p:nvPr/>
          </p:nvSpPr>
          <p:spPr>
            <a:xfrm>
              <a:off x="1087767" y="3251669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7D9EC64F-34FC-968A-8497-8D65371A26DD}"/>
                </a:ext>
              </a:extLst>
            </p:cNvPr>
            <p:cNvSpPr/>
            <p:nvPr/>
          </p:nvSpPr>
          <p:spPr>
            <a:xfrm>
              <a:off x="1013241" y="3325113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57E46B0-1486-D2A3-CB05-BDB4686A6F2E}"/>
              </a:ext>
            </a:extLst>
          </p:cNvPr>
          <p:cNvGrpSpPr/>
          <p:nvPr/>
        </p:nvGrpSpPr>
        <p:grpSpPr>
          <a:xfrm>
            <a:off x="1156176" y="3925268"/>
            <a:ext cx="1357441" cy="532485"/>
            <a:chOff x="177794" y="3163330"/>
            <a:chExt cx="1357441" cy="532485"/>
          </a:xfrm>
          <a:solidFill>
            <a:schemeClr val="bg1"/>
          </a:solidFill>
        </p:grpSpPr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EE4300AC-A227-647B-E54F-3049066459C3}"/>
                </a:ext>
              </a:extLst>
            </p:cNvPr>
            <p:cNvSpPr/>
            <p:nvPr/>
          </p:nvSpPr>
          <p:spPr>
            <a:xfrm>
              <a:off x="344688" y="3163330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C25F55A7-978C-351E-7E7A-E0A580DE9C59}"/>
                </a:ext>
              </a:extLst>
            </p:cNvPr>
            <p:cNvSpPr/>
            <p:nvPr/>
          </p:nvSpPr>
          <p:spPr>
            <a:xfrm>
              <a:off x="616535" y="3163330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B2302773-1A8D-6CFF-C3F5-1789B0075DEC}"/>
                </a:ext>
              </a:extLst>
            </p:cNvPr>
            <p:cNvSpPr/>
            <p:nvPr/>
          </p:nvSpPr>
          <p:spPr>
            <a:xfrm>
              <a:off x="888382" y="3163330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396B3DE7-2C31-8105-38C5-5062FBF57BFD}"/>
                </a:ext>
              </a:extLst>
            </p:cNvPr>
            <p:cNvSpPr/>
            <p:nvPr/>
          </p:nvSpPr>
          <p:spPr>
            <a:xfrm>
              <a:off x="261435" y="324364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A0DFF770-E02B-5B95-AA60-3AB16278B869}"/>
                </a:ext>
              </a:extLst>
            </p:cNvPr>
            <p:cNvSpPr/>
            <p:nvPr/>
          </p:nvSpPr>
          <p:spPr>
            <a:xfrm>
              <a:off x="533282" y="324364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6D602DCE-3AFD-B0A5-2836-212497D15202}"/>
                </a:ext>
              </a:extLst>
            </p:cNvPr>
            <p:cNvSpPr/>
            <p:nvPr/>
          </p:nvSpPr>
          <p:spPr>
            <a:xfrm>
              <a:off x="811616" y="324364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61523B44-59B2-D16C-FE5E-500507201638}"/>
                </a:ext>
              </a:extLst>
            </p:cNvPr>
            <p:cNvSpPr/>
            <p:nvPr/>
          </p:nvSpPr>
          <p:spPr>
            <a:xfrm>
              <a:off x="177794" y="3323968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8EA49145-7E26-B32D-C0E0-144655DEEC4A}"/>
                </a:ext>
              </a:extLst>
            </p:cNvPr>
            <p:cNvSpPr/>
            <p:nvPr/>
          </p:nvSpPr>
          <p:spPr>
            <a:xfrm>
              <a:off x="458368" y="3323968"/>
              <a:ext cx="370702" cy="370702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89" name="Cube 88">
              <a:extLst>
                <a:ext uri="{FF2B5EF4-FFF2-40B4-BE49-F238E27FC236}">
                  <a16:creationId xmlns:a16="http://schemas.microsoft.com/office/drawing/2014/main" id="{82EEDB3A-107B-5286-987B-EE5A82F33651}"/>
                </a:ext>
              </a:extLst>
            </p:cNvPr>
            <p:cNvSpPr/>
            <p:nvPr/>
          </p:nvSpPr>
          <p:spPr>
            <a:xfrm>
              <a:off x="737090" y="3323968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26E1ACB6-4995-28D3-A4E3-1EEE71DCE92E}"/>
                </a:ext>
              </a:extLst>
            </p:cNvPr>
            <p:cNvSpPr/>
            <p:nvPr/>
          </p:nvSpPr>
          <p:spPr>
            <a:xfrm>
              <a:off x="1164533" y="3164475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A129323B-97A1-B692-BAD4-30A316D3F933}"/>
                </a:ext>
              </a:extLst>
            </p:cNvPr>
            <p:cNvSpPr/>
            <p:nvPr/>
          </p:nvSpPr>
          <p:spPr>
            <a:xfrm>
              <a:off x="1087767" y="325166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CD595EF4-C54C-C8C5-7BC9-CA4B93A721E8}"/>
                </a:ext>
              </a:extLst>
            </p:cNvPr>
            <p:cNvSpPr/>
            <p:nvPr/>
          </p:nvSpPr>
          <p:spPr>
            <a:xfrm>
              <a:off x="1013241" y="3325113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6597B01-E101-C814-D0E4-CE46336D6154}"/>
              </a:ext>
            </a:extLst>
          </p:cNvPr>
          <p:cNvGrpSpPr/>
          <p:nvPr/>
        </p:nvGrpSpPr>
        <p:grpSpPr>
          <a:xfrm>
            <a:off x="1157063" y="3564089"/>
            <a:ext cx="1357441" cy="532485"/>
            <a:chOff x="177794" y="3163330"/>
            <a:chExt cx="1357441" cy="532485"/>
          </a:xfrm>
          <a:solidFill>
            <a:schemeClr val="bg1"/>
          </a:solidFill>
        </p:grpSpPr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B2A1AB5D-C4D9-6049-3D53-D69086DB8EC7}"/>
                </a:ext>
              </a:extLst>
            </p:cNvPr>
            <p:cNvSpPr/>
            <p:nvPr/>
          </p:nvSpPr>
          <p:spPr>
            <a:xfrm>
              <a:off x="344688" y="3163330"/>
              <a:ext cx="370702" cy="370702"/>
            </a:xfrm>
            <a:prstGeom prst="cub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AAB27762-8BC6-38A0-F77F-101BC276ED3B}"/>
                </a:ext>
              </a:extLst>
            </p:cNvPr>
            <p:cNvSpPr/>
            <p:nvPr/>
          </p:nvSpPr>
          <p:spPr>
            <a:xfrm>
              <a:off x="616535" y="3163330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0F7FE1D-52DB-C9CB-D8A9-DFA2FF72EEB7}"/>
                </a:ext>
              </a:extLst>
            </p:cNvPr>
            <p:cNvSpPr/>
            <p:nvPr/>
          </p:nvSpPr>
          <p:spPr>
            <a:xfrm>
              <a:off x="888382" y="3163330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C7AE5EC-EF14-5C05-DC63-AF2F903496C8}"/>
                </a:ext>
              </a:extLst>
            </p:cNvPr>
            <p:cNvSpPr/>
            <p:nvPr/>
          </p:nvSpPr>
          <p:spPr>
            <a:xfrm>
              <a:off x="261435" y="324364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5892BECC-5281-D056-F146-64503E586805}"/>
                </a:ext>
              </a:extLst>
            </p:cNvPr>
            <p:cNvSpPr/>
            <p:nvPr/>
          </p:nvSpPr>
          <p:spPr>
            <a:xfrm>
              <a:off x="533282" y="324364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B5B064E6-82AF-C7B1-EAD9-026665B7E75A}"/>
                </a:ext>
              </a:extLst>
            </p:cNvPr>
            <p:cNvSpPr/>
            <p:nvPr/>
          </p:nvSpPr>
          <p:spPr>
            <a:xfrm>
              <a:off x="811616" y="3243649"/>
              <a:ext cx="370702" cy="370702"/>
            </a:xfrm>
            <a:prstGeom prst="cub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3206822C-04E4-783C-AC03-8FF9135CDD96}"/>
                </a:ext>
              </a:extLst>
            </p:cNvPr>
            <p:cNvSpPr/>
            <p:nvPr/>
          </p:nvSpPr>
          <p:spPr>
            <a:xfrm>
              <a:off x="177794" y="3323968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01" name="Cube 100">
              <a:extLst>
                <a:ext uri="{FF2B5EF4-FFF2-40B4-BE49-F238E27FC236}">
                  <a16:creationId xmlns:a16="http://schemas.microsoft.com/office/drawing/2014/main" id="{1BCB1684-9DD7-2562-C7F4-07961C672694}"/>
                </a:ext>
              </a:extLst>
            </p:cNvPr>
            <p:cNvSpPr/>
            <p:nvPr/>
          </p:nvSpPr>
          <p:spPr>
            <a:xfrm>
              <a:off x="458368" y="3323968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96C72CA5-B304-59C7-0519-4388C5A9D158}"/>
                </a:ext>
              </a:extLst>
            </p:cNvPr>
            <p:cNvSpPr/>
            <p:nvPr/>
          </p:nvSpPr>
          <p:spPr>
            <a:xfrm>
              <a:off x="737090" y="3323968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03" name="Cube 102">
              <a:extLst>
                <a:ext uri="{FF2B5EF4-FFF2-40B4-BE49-F238E27FC236}">
                  <a16:creationId xmlns:a16="http://schemas.microsoft.com/office/drawing/2014/main" id="{57BCCA14-0C71-BDDF-CB89-BE89749A1BD2}"/>
                </a:ext>
              </a:extLst>
            </p:cNvPr>
            <p:cNvSpPr/>
            <p:nvPr/>
          </p:nvSpPr>
          <p:spPr>
            <a:xfrm>
              <a:off x="1164533" y="3164475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04" name="Cube 103">
              <a:extLst>
                <a:ext uri="{FF2B5EF4-FFF2-40B4-BE49-F238E27FC236}">
                  <a16:creationId xmlns:a16="http://schemas.microsoft.com/office/drawing/2014/main" id="{0914B1AC-CB1C-6916-8AE2-5FE5491F9EF9}"/>
                </a:ext>
              </a:extLst>
            </p:cNvPr>
            <p:cNvSpPr/>
            <p:nvPr/>
          </p:nvSpPr>
          <p:spPr>
            <a:xfrm>
              <a:off x="1087767" y="325166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05" name="Cube 104">
              <a:extLst>
                <a:ext uri="{FF2B5EF4-FFF2-40B4-BE49-F238E27FC236}">
                  <a16:creationId xmlns:a16="http://schemas.microsoft.com/office/drawing/2014/main" id="{027AD566-80D6-A859-72D0-E54EC7E8E767}"/>
                </a:ext>
              </a:extLst>
            </p:cNvPr>
            <p:cNvSpPr/>
            <p:nvPr/>
          </p:nvSpPr>
          <p:spPr>
            <a:xfrm>
              <a:off x="1013241" y="3325113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307CDD47-CAE6-3F7E-D0B4-1D444C4CDDDF}"/>
              </a:ext>
            </a:extLst>
          </p:cNvPr>
          <p:cNvSpPr txBox="1"/>
          <p:nvPr/>
        </p:nvSpPr>
        <p:spPr>
          <a:xfrm>
            <a:off x="1084544" y="3032455"/>
            <a:ext cx="1523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2D + Channels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AFCA294-45DC-79E8-53DA-74F3F7275039}"/>
              </a:ext>
            </a:extLst>
          </p:cNvPr>
          <p:cNvGrpSpPr/>
          <p:nvPr/>
        </p:nvGrpSpPr>
        <p:grpSpPr>
          <a:xfrm>
            <a:off x="791944" y="793793"/>
            <a:ext cx="1509238" cy="1981126"/>
            <a:chOff x="791944" y="793793"/>
            <a:chExt cx="1509238" cy="1981126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50EC6309-037F-72D3-16F0-8393FFFE47D7}"/>
                </a:ext>
              </a:extLst>
            </p:cNvPr>
            <p:cNvGrpSpPr/>
            <p:nvPr/>
          </p:nvGrpSpPr>
          <p:grpSpPr>
            <a:xfrm>
              <a:off x="1175929" y="1356626"/>
              <a:ext cx="1125253" cy="870582"/>
              <a:chOff x="288758" y="1473802"/>
              <a:chExt cx="968826" cy="749558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42D35C9C-C015-8075-E659-A9BEB96DEAB7}"/>
                  </a:ext>
                </a:extLst>
              </p:cNvPr>
              <p:cNvSpPr/>
              <p:nvPr/>
            </p:nvSpPr>
            <p:spPr>
              <a:xfrm>
                <a:off x="288758" y="1473802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C4EB93BD-65A5-074F-B644-FF1F10F30C79}"/>
                  </a:ext>
                </a:extLst>
              </p:cNvPr>
              <p:cNvSpPr/>
              <p:nvPr/>
            </p:nvSpPr>
            <p:spPr>
              <a:xfrm>
                <a:off x="531611" y="1473802"/>
                <a:ext cx="241560" cy="24750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7A43E1F3-7AA6-0FBD-BDFB-B974DD89C92A}"/>
                  </a:ext>
                </a:extLst>
              </p:cNvPr>
              <p:cNvSpPr/>
              <p:nvPr/>
            </p:nvSpPr>
            <p:spPr>
              <a:xfrm>
                <a:off x="774464" y="1473802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843B0407-E657-E8C1-11B3-F849F13FE670}"/>
                  </a:ext>
                </a:extLst>
              </p:cNvPr>
              <p:cNvSpPr/>
              <p:nvPr/>
            </p:nvSpPr>
            <p:spPr>
              <a:xfrm>
                <a:off x="1016024" y="1473802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8FFABF46-4831-079A-068B-E9D11ED88C6D}"/>
                  </a:ext>
                </a:extLst>
              </p:cNvPr>
              <p:cNvSpPr/>
              <p:nvPr/>
            </p:nvSpPr>
            <p:spPr>
              <a:xfrm>
                <a:off x="288758" y="1728346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4439A069-1EEC-7D64-1E00-E70C1AFF2837}"/>
                  </a:ext>
                </a:extLst>
              </p:cNvPr>
              <p:cNvSpPr/>
              <p:nvPr/>
            </p:nvSpPr>
            <p:spPr>
              <a:xfrm>
                <a:off x="531611" y="1728346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DCA09095-1852-ACAC-A948-9F7EC5F384CD}"/>
                  </a:ext>
                </a:extLst>
              </p:cNvPr>
              <p:cNvSpPr/>
              <p:nvPr/>
            </p:nvSpPr>
            <p:spPr>
              <a:xfrm>
                <a:off x="774464" y="1728346"/>
                <a:ext cx="241560" cy="24750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B280FD6-BF40-05D9-4502-CA3A6904C205}"/>
                  </a:ext>
                </a:extLst>
              </p:cNvPr>
              <p:cNvSpPr/>
              <p:nvPr/>
            </p:nvSpPr>
            <p:spPr>
              <a:xfrm>
                <a:off x="1016024" y="1728346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385AF1A6-AED9-2C60-BC7A-ED533744FB29}"/>
                  </a:ext>
                </a:extLst>
              </p:cNvPr>
              <p:cNvSpPr/>
              <p:nvPr/>
            </p:nvSpPr>
            <p:spPr>
              <a:xfrm>
                <a:off x="288758" y="1975853"/>
                <a:ext cx="241560" cy="24750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AC770B1-AE36-CD34-C13F-4F5BC339E74A}"/>
                  </a:ext>
                </a:extLst>
              </p:cNvPr>
              <p:cNvSpPr/>
              <p:nvPr/>
            </p:nvSpPr>
            <p:spPr>
              <a:xfrm>
                <a:off x="531611" y="1975853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411AA053-4387-5BD5-6A8F-09545C419482}"/>
                  </a:ext>
                </a:extLst>
              </p:cNvPr>
              <p:cNvSpPr/>
              <p:nvPr/>
            </p:nvSpPr>
            <p:spPr>
              <a:xfrm>
                <a:off x="774464" y="1975853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0C733731-F9A9-882D-6D2F-65442355F2E2}"/>
                  </a:ext>
                </a:extLst>
              </p:cNvPr>
              <p:cNvSpPr/>
              <p:nvPr/>
            </p:nvSpPr>
            <p:spPr>
              <a:xfrm>
                <a:off x="1016024" y="1975853"/>
                <a:ext cx="241560" cy="24750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9CCB000-1962-9422-5FB6-239D625D80FF}"/>
                </a:ext>
              </a:extLst>
            </p:cNvPr>
            <p:cNvSpPr txBox="1"/>
            <p:nvPr/>
          </p:nvSpPr>
          <p:spPr>
            <a:xfrm>
              <a:off x="1092267" y="793793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2D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64843B2C-A281-D176-CC92-0A52C6D4C903}"/>
                </a:ext>
              </a:extLst>
            </p:cNvPr>
            <p:cNvCxnSpPr/>
            <p:nvPr/>
          </p:nvCxnSpPr>
          <p:spPr>
            <a:xfrm>
              <a:off x="1152400" y="2338982"/>
              <a:ext cx="109532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AD179542-B81B-E3E4-BF32-C11B670187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3232" y="1325584"/>
              <a:ext cx="0" cy="94084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9F0A4A8-20FA-6BEA-A5BC-8FDFD76D2782}"/>
                </a:ext>
              </a:extLst>
            </p:cNvPr>
            <p:cNvSpPr txBox="1"/>
            <p:nvPr/>
          </p:nvSpPr>
          <p:spPr>
            <a:xfrm>
              <a:off x="1607466" y="2405587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X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A9BE715-4007-D9DF-B935-D16AA8B45DBB}"/>
                </a:ext>
              </a:extLst>
            </p:cNvPr>
            <p:cNvSpPr txBox="1"/>
            <p:nvPr/>
          </p:nvSpPr>
          <p:spPr>
            <a:xfrm>
              <a:off x="791944" y="1500361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Y</a:t>
              </a:r>
            </a:p>
          </p:txBody>
        </p:sp>
      </p:grp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128C97A-015C-1170-AA1E-EE94760CA562}"/>
              </a:ext>
            </a:extLst>
          </p:cNvPr>
          <p:cNvCxnSpPr>
            <a:cxnSpLocks/>
          </p:cNvCxnSpPr>
          <p:nvPr/>
        </p:nvCxnSpPr>
        <p:spPr>
          <a:xfrm>
            <a:off x="1136441" y="4933214"/>
            <a:ext cx="109532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D8956D2-8459-C291-B02C-75BAFFA1CE26}"/>
              </a:ext>
            </a:extLst>
          </p:cNvPr>
          <p:cNvSpPr txBox="1"/>
          <p:nvPr/>
        </p:nvSpPr>
        <p:spPr>
          <a:xfrm>
            <a:off x="1622101" y="4914779"/>
            <a:ext cx="30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X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C32F9E5-8B26-E6B4-29D9-5CDCB135B60D}"/>
              </a:ext>
            </a:extLst>
          </p:cNvPr>
          <p:cNvCxnSpPr>
            <a:cxnSpLocks/>
          </p:cNvCxnSpPr>
          <p:nvPr/>
        </p:nvCxnSpPr>
        <p:spPr>
          <a:xfrm flipV="1">
            <a:off x="1086875" y="3467763"/>
            <a:ext cx="316681" cy="34256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B13CBA9D-6768-8FA1-EDE0-47F63CF46403}"/>
              </a:ext>
            </a:extLst>
          </p:cNvPr>
          <p:cNvSpPr txBox="1"/>
          <p:nvPr/>
        </p:nvSpPr>
        <p:spPr>
          <a:xfrm>
            <a:off x="972651" y="3378026"/>
            <a:ext cx="30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Y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5AA082B-03EE-70F0-5962-872F5B886040}"/>
              </a:ext>
            </a:extLst>
          </p:cNvPr>
          <p:cNvCxnSpPr>
            <a:cxnSpLocks/>
          </p:cNvCxnSpPr>
          <p:nvPr/>
        </p:nvCxnSpPr>
        <p:spPr>
          <a:xfrm flipV="1">
            <a:off x="1084544" y="3879311"/>
            <a:ext cx="0" cy="94084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B383FE0-1DA2-0E22-9BFC-C80F191DB36E}"/>
              </a:ext>
            </a:extLst>
          </p:cNvPr>
          <p:cNvSpPr txBox="1"/>
          <p:nvPr/>
        </p:nvSpPr>
        <p:spPr>
          <a:xfrm>
            <a:off x="822266" y="416506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C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AE7B45C-5B8D-D486-676D-7B5673B444B9}"/>
              </a:ext>
            </a:extLst>
          </p:cNvPr>
          <p:cNvSpPr txBox="1"/>
          <p:nvPr/>
        </p:nvSpPr>
        <p:spPr>
          <a:xfrm>
            <a:off x="8724425" y="1446040"/>
            <a:ext cx="263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Merged/Composite image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61444F0-50F1-13D0-3C10-8A8D9E61C402}"/>
              </a:ext>
            </a:extLst>
          </p:cNvPr>
          <p:cNvSpPr txBox="1"/>
          <p:nvPr/>
        </p:nvSpPr>
        <p:spPr>
          <a:xfrm>
            <a:off x="822266" y="5325514"/>
            <a:ext cx="2038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Array shape (X, Y, C)</a:t>
            </a:r>
          </a:p>
        </p:txBody>
      </p: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3ED0DD8E-4BE4-FDE9-F10D-676B57F2F497}"/>
              </a:ext>
            </a:extLst>
          </p:cNvPr>
          <p:cNvGrpSpPr/>
          <p:nvPr/>
        </p:nvGrpSpPr>
        <p:grpSpPr>
          <a:xfrm>
            <a:off x="6780423" y="547318"/>
            <a:ext cx="1697766" cy="1906085"/>
            <a:chOff x="7484753" y="4545598"/>
            <a:chExt cx="1697766" cy="1906085"/>
          </a:xfrm>
        </p:grpSpPr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E19B6BF0-A657-8E45-4109-CC6043FF70AA}"/>
                </a:ext>
              </a:extLst>
            </p:cNvPr>
            <p:cNvGrpSpPr/>
            <p:nvPr/>
          </p:nvGrpSpPr>
          <p:grpSpPr>
            <a:xfrm>
              <a:off x="7824191" y="5461874"/>
              <a:ext cx="1357441" cy="532485"/>
              <a:chOff x="177794" y="3163330"/>
              <a:chExt cx="1357441" cy="532485"/>
            </a:xfrm>
            <a:solidFill>
              <a:srgbClr val="00F3F0"/>
            </a:solidFill>
          </p:grpSpPr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3B98B188-E272-322E-F7C2-014FE34350A8}"/>
                  </a:ext>
                </a:extLst>
              </p:cNvPr>
              <p:cNvSpPr/>
              <p:nvPr/>
            </p:nvSpPr>
            <p:spPr>
              <a:xfrm>
                <a:off x="344688" y="3163330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82209A2D-F216-9DEB-ED47-985AC26F2313}"/>
                  </a:ext>
                </a:extLst>
              </p:cNvPr>
              <p:cNvSpPr/>
              <p:nvPr/>
            </p:nvSpPr>
            <p:spPr>
              <a:xfrm>
                <a:off x="616535" y="3163330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3D1732B0-11CD-0A2F-C366-957F382C7BD7}"/>
                  </a:ext>
                </a:extLst>
              </p:cNvPr>
              <p:cNvSpPr/>
              <p:nvPr/>
            </p:nvSpPr>
            <p:spPr>
              <a:xfrm>
                <a:off x="888382" y="3163330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8821E0B8-3487-06ED-0601-DA7BE01B997F}"/>
                  </a:ext>
                </a:extLst>
              </p:cNvPr>
              <p:cNvSpPr/>
              <p:nvPr/>
            </p:nvSpPr>
            <p:spPr>
              <a:xfrm>
                <a:off x="261435" y="3243649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A50AF0AA-D563-EB4E-4D1C-4F10F8E35DBC}"/>
                  </a:ext>
                </a:extLst>
              </p:cNvPr>
              <p:cNvSpPr/>
              <p:nvPr/>
            </p:nvSpPr>
            <p:spPr>
              <a:xfrm>
                <a:off x="533282" y="3243649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1E14C2DC-7B8C-89B6-72FC-BAE4E9734968}"/>
                  </a:ext>
                </a:extLst>
              </p:cNvPr>
              <p:cNvSpPr/>
              <p:nvPr/>
            </p:nvSpPr>
            <p:spPr>
              <a:xfrm>
                <a:off x="811616" y="3243649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A1E97B22-193D-E3B7-3CD0-5BAA41AF6EAE}"/>
                  </a:ext>
                </a:extLst>
              </p:cNvPr>
              <p:cNvSpPr/>
              <p:nvPr/>
            </p:nvSpPr>
            <p:spPr>
              <a:xfrm>
                <a:off x="177794" y="3323968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9867FB8E-6FEB-D7FD-1ACC-DC7E3792E572}"/>
                  </a:ext>
                </a:extLst>
              </p:cNvPr>
              <p:cNvSpPr/>
              <p:nvPr/>
            </p:nvSpPr>
            <p:spPr>
              <a:xfrm>
                <a:off x="458368" y="3323968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883E4FFF-EFE6-8F09-F85D-0414476E71B1}"/>
                  </a:ext>
                </a:extLst>
              </p:cNvPr>
              <p:cNvSpPr/>
              <p:nvPr/>
            </p:nvSpPr>
            <p:spPr>
              <a:xfrm>
                <a:off x="737090" y="3323968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3DA69C0A-F4BE-04FA-D000-B78620C600C0}"/>
                  </a:ext>
                </a:extLst>
              </p:cNvPr>
              <p:cNvSpPr/>
              <p:nvPr/>
            </p:nvSpPr>
            <p:spPr>
              <a:xfrm>
                <a:off x="1164533" y="3164475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54A62FE5-4F64-B42E-B1AF-22F1C89B859C}"/>
                  </a:ext>
                </a:extLst>
              </p:cNvPr>
              <p:cNvSpPr/>
              <p:nvPr/>
            </p:nvSpPr>
            <p:spPr>
              <a:xfrm>
                <a:off x="1087767" y="3251669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89106EEE-E186-2572-B151-9EF23A7ECB0C}"/>
                  </a:ext>
                </a:extLst>
              </p:cNvPr>
              <p:cNvSpPr/>
              <p:nvPr/>
            </p:nvSpPr>
            <p:spPr>
              <a:xfrm>
                <a:off x="1013241" y="3325113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2F86B98E-4E02-E4F0-5F1E-6543E20D8699}"/>
                </a:ext>
              </a:extLst>
            </p:cNvPr>
            <p:cNvGrpSpPr/>
            <p:nvPr/>
          </p:nvGrpSpPr>
          <p:grpSpPr>
            <a:xfrm>
              <a:off x="7824191" y="5098331"/>
              <a:ext cx="1357441" cy="532485"/>
              <a:chOff x="177794" y="3163330"/>
              <a:chExt cx="1357441" cy="532485"/>
            </a:xfrm>
            <a:solidFill>
              <a:srgbClr val="FF00FF"/>
            </a:solidFill>
          </p:grpSpPr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B3E8B8A3-C090-360F-8767-E06F36583F3C}"/>
                  </a:ext>
                </a:extLst>
              </p:cNvPr>
              <p:cNvSpPr/>
              <p:nvPr/>
            </p:nvSpPr>
            <p:spPr>
              <a:xfrm>
                <a:off x="344688" y="3163330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7B853F4C-389E-F738-7C94-918C852F0759}"/>
                  </a:ext>
                </a:extLst>
              </p:cNvPr>
              <p:cNvSpPr/>
              <p:nvPr/>
            </p:nvSpPr>
            <p:spPr>
              <a:xfrm>
                <a:off x="616535" y="3163330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6A17760F-AEF3-892B-0936-EC1B513B47A5}"/>
                  </a:ext>
                </a:extLst>
              </p:cNvPr>
              <p:cNvSpPr/>
              <p:nvPr/>
            </p:nvSpPr>
            <p:spPr>
              <a:xfrm>
                <a:off x="888382" y="3163330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12AB3D69-2D4D-35FA-2E55-C5677A3797C0}"/>
                  </a:ext>
                </a:extLst>
              </p:cNvPr>
              <p:cNvSpPr/>
              <p:nvPr/>
            </p:nvSpPr>
            <p:spPr>
              <a:xfrm>
                <a:off x="261435" y="324364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206F1A56-4079-91C1-EBF7-2C3E94570070}"/>
                  </a:ext>
                </a:extLst>
              </p:cNvPr>
              <p:cNvSpPr/>
              <p:nvPr/>
            </p:nvSpPr>
            <p:spPr>
              <a:xfrm>
                <a:off x="533282" y="324364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4F48A1DF-405D-017B-2F5C-79AD5964BBA8}"/>
                  </a:ext>
                </a:extLst>
              </p:cNvPr>
              <p:cNvSpPr/>
              <p:nvPr/>
            </p:nvSpPr>
            <p:spPr>
              <a:xfrm>
                <a:off x="811616" y="324364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EAC04822-8ADF-4386-5547-0F4676065CFE}"/>
                  </a:ext>
                </a:extLst>
              </p:cNvPr>
              <p:cNvSpPr/>
              <p:nvPr/>
            </p:nvSpPr>
            <p:spPr>
              <a:xfrm>
                <a:off x="177794" y="3323968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7E29390A-B101-FCFE-ACD9-D4823F16AFBC}"/>
                  </a:ext>
                </a:extLst>
              </p:cNvPr>
              <p:cNvSpPr/>
              <p:nvPr/>
            </p:nvSpPr>
            <p:spPr>
              <a:xfrm>
                <a:off x="458368" y="3323968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0D4B48D6-2DF7-AF2B-B569-FF9BB92CCB27}"/>
                  </a:ext>
                </a:extLst>
              </p:cNvPr>
              <p:cNvSpPr/>
              <p:nvPr/>
            </p:nvSpPr>
            <p:spPr>
              <a:xfrm>
                <a:off x="737090" y="3323968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6DAB9112-490F-3EC1-E0F1-4D57F9236652}"/>
                  </a:ext>
                </a:extLst>
              </p:cNvPr>
              <p:cNvSpPr/>
              <p:nvPr/>
            </p:nvSpPr>
            <p:spPr>
              <a:xfrm>
                <a:off x="1164533" y="3164475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EE689643-1205-4A30-CA26-2FFFE62F22FA}"/>
                  </a:ext>
                </a:extLst>
              </p:cNvPr>
              <p:cNvSpPr/>
              <p:nvPr/>
            </p:nvSpPr>
            <p:spPr>
              <a:xfrm>
                <a:off x="1087767" y="325166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3CF6AC98-E7BB-9B3D-3940-A38209173E76}"/>
                  </a:ext>
                </a:extLst>
              </p:cNvPr>
              <p:cNvSpPr/>
              <p:nvPr/>
            </p:nvSpPr>
            <p:spPr>
              <a:xfrm>
                <a:off x="1013241" y="3325113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40494867-B54E-8BCD-8B2E-9697B21E419D}"/>
                </a:ext>
              </a:extLst>
            </p:cNvPr>
            <p:cNvGrpSpPr/>
            <p:nvPr/>
          </p:nvGrpSpPr>
          <p:grpSpPr>
            <a:xfrm>
              <a:off x="7825078" y="4737152"/>
              <a:ext cx="1357441" cy="532485"/>
              <a:chOff x="177794" y="3163330"/>
              <a:chExt cx="1357441" cy="532485"/>
            </a:xfrm>
            <a:solidFill>
              <a:srgbClr val="FFFF00"/>
            </a:solidFill>
          </p:grpSpPr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F35EC3C7-219C-6374-6AC6-8498F7A22DF2}"/>
                  </a:ext>
                </a:extLst>
              </p:cNvPr>
              <p:cNvSpPr/>
              <p:nvPr/>
            </p:nvSpPr>
            <p:spPr>
              <a:xfrm>
                <a:off x="344688" y="3163330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F9658BEC-CA8C-280B-B94B-93BF5A606BBF}"/>
                  </a:ext>
                </a:extLst>
              </p:cNvPr>
              <p:cNvSpPr/>
              <p:nvPr/>
            </p:nvSpPr>
            <p:spPr>
              <a:xfrm>
                <a:off x="616535" y="3163330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36AF560D-C19C-AA13-C56A-763ED1DB257D}"/>
                  </a:ext>
                </a:extLst>
              </p:cNvPr>
              <p:cNvSpPr/>
              <p:nvPr/>
            </p:nvSpPr>
            <p:spPr>
              <a:xfrm>
                <a:off x="888382" y="3163330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87D3DC06-CE4B-E125-8350-A8D7DD070354}"/>
                  </a:ext>
                </a:extLst>
              </p:cNvPr>
              <p:cNvSpPr/>
              <p:nvPr/>
            </p:nvSpPr>
            <p:spPr>
              <a:xfrm>
                <a:off x="261435" y="324364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96FBDD2C-63B2-FA22-2C7E-AEB189817E5B}"/>
                  </a:ext>
                </a:extLst>
              </p:cNvPr>
              <p:cNvSpPr/>
              <p:nvPr/>
            </p:nvSpPr>
            <p:spPr>
              <a:xfrm>
                <a:off x="533282" y="324364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5CD4DB09-654D-FBC4-07AA-3B5F4C691CB7}"/>
                  </a:ext>
                </a:extLst>
              </p:cNvPr>
              <p:cNvSpPr/>
              <p:nvPr/>
            </p:nvSpPr>
            <p:spPr>
              <a:xfrm>
                <a:off x="811616" y="324364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A7025712-DD97-D100-540C-AD36857D43AD}"/>
                  </a:ext>
                </a:extLst>
              </p:cNvPr>
              <p:cNvSpPr/>
              <p:nvPr/>
            </p:nvSpPr>
            <p:spPr>
              <a:xfrm>
                <a:off x="177794" y="3323968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68B2B86E-10D7-79B3-98C0-EA19940903C5}"/>
                  </a:ext>
                </a:extLst>
              </p:cNvPr>
              <p:cNvSpPr/>
              <p:nvPr/>
            </p:nvSpPr>
            <p:spPr>
              <a:xfrm>
                <a:off x="458368" y="3323968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09AA5B9C-612A-8F14-2747-D5DEA245B9E6}"/>
                  </a:ext>
                </a:extLst>
              </p:cNvPr>
              <p:cNvSpPr/>
              <p:nvPr/>
            </p:nvSpPr>
            <p:spPr>
              <a:xfrm>
                <a:off x="737090" y="3323968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DD378668-E275-8F7C-14B4-D43EC1DC0F3B}"/>
                  </a:ext>
                </a:extLst>
              </p:cNvPr>
              <p:cNvSpPr/>
              <p:nvPr/>
            </p:nvSpPr>
            <p:spPr>
              <a:xfrm>
                <a:off x="1164533" y="3164475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5495FC5-5C48-2765-39EF-E346929241DB}"/>
                  </a:ext>
                </a:extLst>
              </p:cNvPr>
              <p:cNvSpPr/>
              <p:nvPr/>
            </p:nvSpPr>
            <p:spPr>
              <a:xfrm>
                <a:off x="1087767" y="325166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8D26E3F9-D1F1-CECF-A223-46A42B773515}"/>
                  </a:ext>
                </a:extLst>
              </p:cNvPr>
              <p:cNvSpPr/>
              <p:nvPr/>
            </p:nvSpPr>
            <p:spPr>
              <a:xfrm>
                <a:off x="1013241" y="3325113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ADDC9FB5-513D-CC3B-5725-072483F00B86}"/>
                </a:ext>
              </a:extLst>
            </p:cNvPr>
            <p:cNvGrpSpPr/>
            <p:nvPr/>
          </p:nvGrpSpPr>
          <p:grpSpPr>
            <a:xfrm>
              <a:off x="7484753" y="4545598"/>
              <a:ext cx="1409499" cy="1906085"/>
              <a:chOff x="840196" y="3664896"/>
              <a:chExt cx="1409499" cy="1906085"/>
            </a:xfrm>
          </p:grpSpPr>
          <p:cxnSp>
            <p:nvCxnSpPr>
              <p:cNvPr id="278" name="Straight Arrow Connector 277">
                <a:extLst>
                  <a:ext uri="{FF2B5EF4-FFF2-40B4-BE49-F238E27FC236}">
                    <a16:creationId xmlns:a16="http://schemas.microsoft.com/office/drawing/2014/main" id="{42356330-65C4-9822-E5D9-55DFDEEB8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4371" y="5220084"/>
                <a:ext cx="109532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D53B3E84-8367-2FD5-3F76-8B75145007B4}"/>
                  </a:ext>
                </a:extLst>
              </p:cNvPr>
              <p:cNvSpPr txBox="1"/>
              <p:nvPr/>
            </p:nvSpPr>
            <p:spPr>
              <a:xfrm>
                <a:off x="1640031" y="5201649"/>
                <a:ext cx="3048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DE" dirty="0"/>
                  <a:t>X</a:t>
                </a:r>
              </a:p>
            </p:txBody>
          </p:sp>
          <p:cxnSp>
            <p:nvCxnSpPr>
              <p:cNvPr id="280" name="Straight Arrow Connector 279">
                <a:extLst>
                  <a:ext uri="{FF2B5EF4-FFF2-40B4-BE49-F238E27FC236}">
                    <a16:creationId xmlns:a16="http://schemas.microsoft.com/office/drawing/2014/main" id="{79A3F3D8-0358-8D89-C291-5204A9F992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4805" y="3754633"/>
                <a:ext cx="316681" cy="34256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5DDD66A0-5A25-365F-C64C-7C7C1E3900E7}"/>
                  </a:ext>
                </a:extLst>
              </p:cNvPr>
              <p:cNvSpPr txBox="1"/>
              <p:nvPr/>
            </p:nvSpPr>
            <p:spPr>
              <a:xfrm>
                <a:off x="990581" y="3664896"/>
                <a:ext cx="3048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DE" dirty="0"/>
                  <a:t>Y</a:t>
                </a:r>
              </a:p>
            </p:txBody>
          </p:sp>
          <p:cxnSp>
            <p:nvCxnSpPr>
              <p:cNvPr id="282" name="Straight Arrow Connector 281">
                <a:extLst>
                  <a:ext uri="{FF2B5EF4-FFF2-40B4-BE49-F238E27FC236}">
                    <a16:creationId xmlns:a16="http://schemas.microsoft.com/office/drawing/2014/main" id="{B403E6BE-7D3A-CF0D-D4F8-2D450324DF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2474" y="4166181"/>
                <a:ext cx="0" cy="94084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D03D1CB9-1CBB-A920-19E1-DF01B43F0B29}"/>
                  </a:ext>
                </a:extLst>
              </p:cNvPr>
              <p:cNvSpPr txBox="1"/>
              <p:nvPr/>
            </p:nvSpPr>
            <p:spPr>
              <a:xfrm>
                <a:off x="840196" y="4451935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DE" dirty="0"/>
                  <a:t>C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3442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6B8B5B3-394A-0739-1F6E-293CFD486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418" y="1676096"/>
            <a:ext cx="3505807" cy="35058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5ED7E9-99AA-4FF3-6A14-B6C681050230}"/>
              </a:ext>
            </a:extLst>
          </p:cNvPr>
          <p:cNvSpPr txBox="1"/>
          <p:nvPr/>
        </p:nvSpPr>
        <p:spPr>
          <a:xfrm>
            <a:off x="1784122" y="225669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Channel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08F974-950C-5CC5-89ED-B1700459BF42}"/>
              </a:ext>
            </a:extLst>
          </p:cNvPr>
          <p:cNvSpPr txBox="1"/>
          <p:nvPr/>
        </p:nvSpPr>
        <p:spPr>
          <a:xfrm>
            <a:off x="1849784" y="2263375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Channel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EECFD9-8D97-1157-0537-39CC3D6E7289}"/>
              </a:ext>
            </a:extLst>
          </p:cNvPr>
          <p:cNvSpPr txBox="1"/>
          <p:nvPr/>
        </p:nvSpPr>
        <p:spPr>
          <a:xfrm>
            <a:off x="1817537" y="4095922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Channel 3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AE7B45C-5B8D-D486-676D-7B5673B444B9}"/>
              </a:ext>
            </a:extLst>
          </p:cNvPr>
          <p:cNvSpPr txBox="1"/>
          <p:nvPr/>
        </p:nvSpPr>
        <p:spPr>
          <a:xfrm>
            <a:off x="8740226" y="1209160"/>
            <a:ext cx="2605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Merged/</a:t>
            </a:r>
            <a:r>
              <a:rPr lang="en-US" dirty="0"/>
              <a:t>c</a:t>
            </a:r>
            <a:r>
              <a:rPr lang="en-DE" dirty="0"/>
              <a:t>omposite image</a:t>
            </a:r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E19B6BF0-A657-8E45-4109-CC6043FF70AA}"/>
              </a:ext>
            </a:extLst>
          </p:cNvPr>
          <p:cNvGrpSpPr/>
          <p:nvPr/>
        </p:nvGrpSpPr>
        <p:grpSpPr>
          <a:xfrm>
            <a:off x="5276245" y="4408155"/>
            <a:ext cx="1357441" cy="532485"/>
            <a:chOff x="177794" y="3163330"/>
            <a:chExt cx="1357441" cy="532485"/>
          </a:xfrm>
          <a:solidFill>
            <a:srgbClr val="00F3F0"/>
          </a:solidFill>
        </p:grpSpPr>
        <p:sp>
          <p:nvSpPr>
            <p:cNvPr id="238" name="Cube 237">
              <a:extLst>
                <a:ext uri="{FF2B5EF4-FFF2-40B4-BE49-F238E27FC236}">
                  <a16:creationId xmlns:a16="http://schemas.microsoft.com/office/drawing/2014/main" id="{3B98B188-E272-322E-F7C2-014FE34350A8}"/>
                </a:ext>
              </a:extLst>
            </p:cNvPr>
            <p:cNvSpPr/>
            <p:nvPr/>
          </p:nvSpPr>
          <p:spPr>
            <a:xfrm>
              <a:off x="344688" y="3163330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39" name="Cube 238">
              <a:extLst>
                <a:ext uri="{FF2B5EF4-FFF2-40B4-BE49-F238E27FC236}">
                  <a16:creationId xmlns:a16="http://schemas.microsoft.com/office/drawing/2014/main" id="{82209A2D-F216-9DEB-ED47-985AC26F2313}"/>
                </a:ext>
              </a:extLst>
            </p:cNvPr>
            <p:cNvSpPr/>
            <p:nvPr/>
          </p:nvSpPr>
          <p:spPr>
            <a:xfrm>
              <a:off x="616535" y="3163330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40" name="Cube 239">
              <a:extLst>
                <a:ext uri="{FF2B5EF4-FFF2-40B4-BE49-F238E27FC236}">
                  <a16:creationId xmlns:a16="http://schemas.microsoft.com/office/drawing/2014/main" id="{3D1732B0-11CD-0A2F-C366-957F382C7BD7}"/>
                </a:ext>
              </a:extLst>
            </p:cNvPr>
            <p:cNvSpPr/>
            <p:nvPr/>
          </p:nvSpPr>
          <p:spPr>
            <a:xfrm>
              <a:off x="888382" y="3163330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41" name="Cube 240">
              <a:extLst>
                <a:ext uri="{FF2B5EF4-FFF2-40B4-BE49-F238E27FC236}">
                  <a16:creationId xmlns:a16="http://schemas.microsoft.com/office/drawing/2014/main" id="{8821E0B8-3487-06ED-0601-DA7BE01B997F}"/>
                </a:ext>
              </a:extLst>
            </p:cNvPr>
            <p:cNvSpPr/>
            <p:nvPr/>
          </p:nvSpPr>
          <p:spPr>
            <a:xfrm>
              <a:off x="261435" y="3243649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42" name="Cube 241">
              <a:extLst>
                <a:ext uri="{FF2B5EF4-FFF2-40B4-BE49-F238E27FC236}">
                  <a16:creationId xmlns:a16="http://schemas.microsoft.com/office/drawing/2014/main" id="{A50AF0AA-D563-EB4E-4D1C-4F10F8E35DBC}"/>
                </a:ext>
              </a:extLst>
            </p:cNvPr>
            <p:cNvSpPr/>
            <p:nvPr/>
          </p:nvSpPr>
          <p:spPr>
            <a:xfrm>
              <a:off x="533282" y="3243649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43" name="Cube 242">
              <a:extLst>
                <a:ext uri="{FF2B5EF4-FFF2-40B4-BE49-F238E27FC236}">
                  <a16:creationId xmlns:a16="http://schemas.microsoft.com/office/drawing/2014/main" id="{1E14C2DC-7B8C-89B6-72FC-BAE4E9734968}"/>
                </a:ext>
              </a:extLst>
            </p:cNvPr>
            <p:cNvSpPr/>
            <p:nvPr/>
          </p:nvSpPr>
          <p:spPr>
            <a:xfrm>
              <a:off x="811616" y="3243649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44" name="Cube 243">
              <a:extLst>
                <a:ext uri="{FF2B5EF4-FFF2-40B4-BE49-F238E27FC236}">
                  <a16:creationId xmlns:a16="http://schemas.microsoft.com/office/drawing/2014/main" id="{A1E97B22-193D-E3B7-3CD0-5BAA41AF6EAE}"/>
                </a:ext>
              </a:extLst>
            </p:cNvPr>
            <p:cNvSpPr/>
            <p:nvPr/>
          </p:nvSpPr>
          <p:spPr>
            <a:xfrm>
              <a:off x="177794" y="3323968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45" name="Cube 244">
              <a:extLst>
                <a:ext uri="{FF2B5EF4-FFF2-40B4-BE49-F238E27FC236}">
                  <a16:creationId xmlns:a16="http://schemas.microsoft.com/office/drawing/2014/main" id="{9867FB8E-6FEB-D7FD-1ACC-DC7E3792E572}"/>
                </a:ext>
              </a:extLst>
            </p:cNvPr>
            <p:cNvSpPr/>
            <p:nvPr/>
          </p:nvSpPr>
          <p:spPr>
            <a:xfrm>
              <a:off x="458368" y="3323968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46" name="Cube 245">
              <a:extLst>
                <a:ext uri="{FF2B5EF4-FFF2-40B4-BE49-F238E27FC236}">
                  <a16:creationId xmlns:a16="http://schemas.microsoft.com/office/drawing/2014/main" id="{883E4FFF-EFE6-8F09-F85D-0414476E71B1}"/>
                </a:ext>
              </a:extLst>
            </p:cNvPr>
            <p:cNvSpPr/>
            <p:nvPr/>
          </p:nvSpPr>
          <p:spPr>
            <a:xfrm>
              <a:off x="737090" y="3323968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47" name="Cube 246">
              <a:extLst>
                <a:ext uri="{FF2B5EF4-FFF2-40B4-BE49-F238E27FC236}">
                  <a16:creationId xmlns:a16="http://schemas.microsoft.com/office/drawing/2014/main" id="{3DA69C0A-F4BE-04FA-D000-B78620C600C0}"/>
                </a:ext>
              </a:extLst>
            </p:cNvPr>
            <p:cNvSpPr/>
            <p:nvPr/>
          </p:nvSpPr>
          <p:spPr>
            <a:xfrm>
              <a:off x="1164533" y="3164475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48" name="Cube 247">
              <a:extLst>
                <a:ext uri="{FF2B5EF4-FFF2-40B4-BE49-F238E27FC236}">
                  <a16:creationId xmlns:a16="http://schemas.microsoft.com/office/drawing/2014/main" id="{54A62FE5-4F64-B42E-B1AF-22F1C89B859C}"/>
                </a:ext>
              </a:extLst>
            </p:cNvPr>
            <p:cNvSpPr/>
            <p:nvPr/>
          </p:nvSpPr>
          <p:spPr>
            <a:xfrm>
              <a:off x="1087767" y="3251669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49" name="Cube 248">
              <a:extLst>
                <a:ext uri="{FF2B5EF4-FFF2-40B4-BE49-F238E27FC236}">
                  <a16:creationId xmlns:a16="http://schemas.microsoft.com/office/drawing/2014/main" id="{89106EEE-E186-2572-B151-9EF23A7ECB0C}"/>
                </a:ext>
              </a:extLst>
            </p:cNvPr>
            <p:cNvSpPr/>
            <p:nvPr/>
          </p:nvSpPr>
          <p:spPr>
            <a:xfrm>
              <a:off x="1013241" y="3325113"/>
              <a:ext cx="370702" cy="370702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2F86B98E-4E02-E4F0-5F1E-6543E20D8699}"/>
              </a:ext>
            </a:extLst>
          </p:cNvPr>
          <p:cNvGrpSpPr/>
          <p:nvPr/>
        </p:nvGrpSpPr>
        <p:grpSpPr>
          <a:xfrm>
            <a:off x="5276245" y="4044612"/>
            <a:ext cx="1357441" cy="532485"/>
            <a:chOff x="177794" y="3163330"/>
            <a:chExt cx="1357441" cy="532485"/>
          </a:xfrm>
          <a:solidFill>
            <a:srgbClr val="FFFF00"/>
          </a:solidFill>
        </p:grpSpPr>
        <p:sp>
          <p:nvSpPr>
            <p:cNvPr id="251" name="Cube 250">
              <a:extLst>
                <a:ext uri="{FF2B5EF4-FFF2-40B4-BE49-F238E27FC236}">
                  <a16:creationId xmlns:a16="http://schemas.microsoft.com/office/drawing/2014/main" id="{B3E8B8A3-C090-360F-8767-E06F36583F3C}"/>
                </a:ext>
              </a:extLst>
            </p:cNvPr>
            <p:cNvSpPr/>
            <p:nvPr/>
          </p:nvSpPr>
          <p:spPr>
            <a:xfrm>
              <a:off x="344688" y="3163330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52" name="Cube 251">
              <a:extLst>
                <a:ext uri="{FF2B5EF4-FFF2-40B4-BE49-F238E27FC236}">
                  <a16:creationId xmlns:a16="http://schemas.microsoft.com/office/drawing/2014/main" id="{7B853F4C-389E-F738-7C94-918C852F0759}"/>
                </a:ext>
              </a:extLst>
            </p:cNvPr>
            <p:cNvSpPr/>
            <p:nvPr/>
          </p:nvSpPr>
          <p:spPr>
            <a:xfrm>
              <a:off x="616535" y="3163330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53" name="Cube 252">
              <a:extLst>
                <a:ext uri="{FF2B5EF4-FFF2-40B4-BE49-F238E27FC236}">
                  <a16:creationId xmlns:a16="http://schemas.microsoft.com/office/drawing/2014/main" id="{6A17760F-AEF3-892B-0936-EC1B513B47A5}"/>
                </a:ext>
              </a:extLst>
            </p:cNvPr>
            <p:cNvSpPr/>
            <p:nvPr/>
          </p:nvSpPr>
          <p:spPr>
            <a:xfrm>
              <a:off x="888382" y="3163330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54" name="Cube 253">
              <a:extLst>
                <a:ext uri="{FF2B5EF4-FFF2-40B4-BE49-F238E27FC236}">
                  <a16:creationId xmlns:a16="http://schemas.microsoft.com/office/drawing/2014/main" id="{12AB3D69-2D4D-35FA-2E55-C5677A3797C0}"/>
                </a:ext>
              </a:extLst>
            </p:cNvPr>
            <p:cNvSpPr/>
            <p:nvPr/>
          </p:nvSpPr>
          <p:spPr>
            <a:xfrm>
              <a:off x="261435" y="324364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55" name="Cube 254">
              <a:extLst>
                <a:ext uri="{FF2B5EF4-FFF2-40B4-BE49-F238E27FC236}">
                  <a16:creationId xmlns:a16="http://schemas.microsoft.com/office/drawing/2014/main" id="{206F1A56-4079-91C1-EBF7-2C3E94570070}"/>
                </a:ext>
              </a:extLst>
            </p:cNvPr>
            <p:cNvSpPr/>
            <p:nvPr/>
          </p:nvSpPr>
          <p:spPr>
            <a:xfrm>
              <a:off x="533282" y="324364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56" name="Cube 255">
              <a:extLst>
                <a:ext uri="{FF2B5EF4-FFF2-40B4-BE49-F238E27FC236}">
                  <a16:creationId xmlns:a16="http://schemas.microsoft.com/office/drawing/2014/main" id="{4F48A1DF-405D-017B-2F5C-79AD5964BBA8}"/>
                </a:ext>
              </a:extLst>
            </p:cNvPr>
            <p:cNvSpPr/>
            <p:nvPr/>
          </p:nvSpPr>
          <p:spPr>
            <a:xfrm>
              <a:off x="811616" y="324364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57" name="Cube 256">
              <a:extLst>
                <a:ext uri="{FF2B5EF4-FFF2-40B4-BE49-F238E27FC236}">
                  <a16:creationId xmlns:a16="http://schemas.microsoft.com/office/drawing/2014/main" id="{EAC04822-8ADF-4386-5547-0F4676065CFE}"/>
                </a:ext>
              </a:extLst>
            </p:cNvPr>
            <p:cNvSpPr/>
            <p:nvPr/>
          </p:nvSpPr>
          <p:spPr>
            <a:xfrm>
              <a:off x="177794" y="3323968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58" name="Cube 257">
              <a:extLst>
                <a:ext uri="{FF2B5EF4-FFF2-40B4-BE49-F238E27FC236}">
                  <a16:creationId xmlns:a16="http://schemas.microsoft.com/office/drawing/2014/main" id="{7E29390A-B101-FCFE-ACD9-D4823F16AFBC}"/>
                </a:ext>
              </a:extLst>
            </p:cNvPr>
            <p:cNvSpPr/>
            <p:nvPr/>
          </p:nvSpPr>
          <p:spPr>
            <a:xfrm>
              <a:off x="458368" y="3323968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59" name="Cube 258">
              <a:extLst>
                <a:ext uri="{FF2B5EF4-FFF2-40B4-BE49-F238E27FC236}">
                  <a16:creationId xmlns:a16="http://schemas.microsoft.com/office/drawing/2014/main" id="{0D4B48D6-2DF7-AF2B-B569-FF9BB92CCB27}"/>
                </a:ext>
              </a:extLst>
            </p:cNvPr>
            <p:cNvSpPr/>
            <p:nvPr/>
          </p:nvSpPr>
          <p:spPr>
            <a:xfrm>
              <a:off x="737090" y="3323968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60" name="Cube 259">
              <a:extLst>
                <a:ext uri="{FF2B5EF4-FFF2-40B4-BE49-F238E27FC236}">
                  <a16:creationId xmlns:a16="http://schemas.microsoft.com/office/drawing/2014/main" id="{6DAB9112-490F-3EC1-E0F1-4D57F9236652}"/>
                </a:ext>
              </a:extLst>
            </p:cNvPr>
            <p:cNvSpPr/>
            <p:nvPr/>
          </p:nvSpPr>
          <p:spPr>
            <a:xfrm>
              <a:off x="1164533" y="3164475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61" name="Cube 260">
              <a:extLst>
                <a:ext uri="{FF2B5EF4-FFF2-40B4-BE49-F238E27FC236}">
                  <a16:creationId xmlns:a16="http://schemas.microsoft.com/office/drawing/2014/main" id="{EE689643-1205-4A30-CA26-2FFFE62F22FA}"/>
                </a:ext>
              </a:extLst>
            </p:cNvPr>
            <p:cNvSpPr/>
            <p:nvPr/>
          </p:nvSpPr>
          <p:spPr>
            <a:xfrm>
              <a:off x="1087767" y="325166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62" name="Cube 261">
              <a:extLst>
                <a:ext uri="{FF2B5EF4-FFF2-40B4-BE49-F238E27FC236}">
                  <a16:creationId xmlns:a16="http://schemas.microsoft.com/office/drawing/2014/main" id="{3CF6AC98-E7BB-9B3D-3940-A38209173E76}"/>
                </a:ext>
              </a:extLst>
            </p:cNvPr>
            <p:cNvSpPr/>
            <p:nvPr/>
          </p:nvSpPr>
          <p:spPr>
            <a:xfrm>
              <a:off x="1013241" y="3325113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40494867-B54E-8BCD-8B2E-9697B21E419D}"/>
              </a:ext>
            </a:extLst>
          </p:cNvPr>
          <p:cNvGrpSpPr/>
          <p:nvPr/>
        </p:nvGrpSpPr>
        <p:grpSpPr>
          <a:xfrm>
            <a:off x="5277132" y="3683433"/>
            <a:ext cx="1357441" cy="532485"/>
            <a:chOff x="177794" y="3163330"/>
            <a:chExt cx="1357441" cy="532485"/>
          </a:xfrm>
          <a:solidFill>
            <a:srgbClr val="FF00FF"/>
          </a:solidFill>
        </p:grpSpPr>
        <p:sp>
          <p:nvSpPr>
            <p:cNvPr id="264" name="Cube 263">
              <a:extLst>
                <a:ext uri="{FF2B5EF4-FFF2-40B4-BE49-F238E27FC236}">
                  <a16:creationId xmlns:a16="http://schemas.microsoft.com/office/drawing/2014/main" id="{F35EC3C7-219C-6374-6AC6-8498F7A22DF2}"/>
                </a:ext>
              </a:extLst>
            </p:cNvPr>
            <p:cNvSpPr/>
            <p:nvPr/>
          </p:nvSpPr>
          <p:spPr>
            <a:xfrm>
              <a:off x="344688" y="3163330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65" name="Cube 264">
              <a:extLst>
                <a:ext uri="{FF2B5EF4-FFF2-40B4-BE49-F238E27FC236}">
                  <a16:creationId xmlns:a16="http://schemas.microsoft.com/office/drawing/2014/main" id="{F9658BEC-CA8C-280B-B94B-93BF5A606BBF}"/>
                </a:ext>
              </a:extLst>
            </p:cNvPr>
            <p:cNvSpPr/>
            <p:nvPr/>
          </p:nvSpPr>
          <p:spPr>
            <a:xfrm>
              <a:off x="616535" y="3163330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66" name="Cube 265">
              <a:extLst>
                <a:ext uri="{FF2B5EF4-FFF2-40B4-BE49-F238E27FC236}">
                  <a16:creationId xmlns:a16="http://schemas.microsoft.com/office/drawing/2014/main" id="{36AF560D-C19C-AA13-C56A-763ED1DB257D}"/>
                </a:ext>
              </a:extLst>
            </p:cNvPr>
            <p:cNvSpPr/>
            <p:nvPr/>
          </p:nvSpPr>
          <p:spPr>
            <a:xfrm>
              <a:off x="888382" y="3163330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67" name="Cube 266">
              <a:extLst>
                <a:ext uri="{FF2B5EF4-FFF2-40B4-BE49-F238E27FC236}">
                  <a16:creationId xmlns:a16="http://schemas.microsoft.com/office/drawing/2014/main" id="{87D3DC06-CE4B-E125-8350-A8D7DD070354}"/>
                </a:ext>
              </a:extLst>
            </p:cNvPr>
            <p:cNvSpPr/>
            <p:nvPr/>
          </p:nvSpPr>
          <p:spPr>
            <a:xfrm>
              <a:off x="261435" y="324364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68" name="Cube 267">
              <a:extLst>
                <a:ext uri="{FF2B5EF4-FFF2-40B4-BE49-F238E27FC236}">
                  <a16:creationId xmlns:a16="http://schemas.microsoft.com/office/drawing/2014/main" id="{96FBDD2C-63B2-FA22-2C7E-AEB189817E5B}"/>
                </a:ext>
              </a:extLst>
            </p:cNvPr>
            <p:cNvSpPr/>
            <p:nvPr/>
          </p:nvSpPr>
          <p:spPr>
            <a:xfrm>
              <a:off x="533282" y="324364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69" name="Cube 268">
              <a:extLst>
                <a:ext uri="{FF2B5EF4-FFF2-40B4-BE49-F238E27FC236}">
                  <a16:creationId xmlns:a16="http://schemas.microsoft.com/office/drawing/2014/main" id="{5CD4DB09-654D-FBC4-07AA-3B5F4C691CB7}"/>
                </a:ext>
              </a:extLst>
            </p:cNvPr>
            <p:cNvSpPr/>
            <p:nvPr/>
          </p:nvSpPr>
          <p:spPr>
            <a:xfrm>
              <a:off x="811616" y="324364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70" name="Cube 269">
              <a:extLst>
                <a:ext uri="{FF2B5EF4-FFF2-40B4-BE49-F238E27FC236}">
                  <a16:creationId xmlns:a16="http://schemas.microsoft.com/office/drawing/2014/main" id="{A7025712-DD97-D100-540C-AD36857D43AD}"/>
                </a:ext>
              </a:extLst>
            </p:cNvPr>
            <p:cNvSpPr/>
            <p:nvPr/>
          </p:nvSpPr>
          <p:spPr>
            <a:xfrm>
              <a:off x="177794" y="3323968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71" name="Cube 270">
              <a:extLst>
                <a:ext uri="{FF2B5EF4-FFF2-40B4-BE49-F238E27FC236}">
                  <a16:creationId xmlns:a16="http://schemas.microsoft.com/office/drawing/2014/main" id="{68B2B86E-10D7-79B3-98C0-EA19940903C5}"/>
                </a:ext>
              </a:extLst>
            </p:cNvPr>
            <p:cNvSpPr/>
            <p:nvPr/>
          </p:nvSpPr>
          <p:spPr>
            <a:xfrm>
              <a:off x="458368" y="3323968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72" name="Cube 271">
              <a:extLst>
                <a:ext uri="{FF2B5EF4-FFF2-40B4-BE49-F238E27FC236}">
                  <a16:creationId xmlns:a16="http://schemas.microsoft.com/office/drawing/2014/main" id="{09AA5B9C-612A-8F14-2747-D5DEA245B9E6}"/>
                </a:ext>
              </a:extLst>
            </p:cNvPr>
            <p:cNvSpPr/>
            <p:nvPr/>
          </p:nvSpPr>
          <p:spPr>
            <a:xfrm>
              <a:off x="737090" y="3323968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73" name="Cube 272">
              <a:extLst>
                <a:ext uri="{FF2B5EF4-FFF2-40B4-BE49-F238E27FC236}">
                  <a16:creationId xmlns:a16="http://schemas.microsoft.com/office/drawing/2014/main" id="{DD378668-E275-8F7C-14B4-D43EC1DC0F3B}"/>
                </a:ext>
              </a:extLst>
            </p:cNvPr>
            <p:cNvSpPr/>
            <p:nvPr/>
          </p:nvSpPr>
          <p:spPr>
            <a:xfrm>
              <a:off x="1164533" y="3164475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74" name="Cube 273">
              <a:extLst>
                <a:ext uri="{FF2B5EF4-FFF2-40B4-BE49-F238E27FC236}">
                  <a16:creationId xmlns:a16="http://schemas.microsoft.com/office/drawing/2014/main" id="{85495FC5-5C48-2765-39EF-E346929241DB}"/>
                </a:ext>
              </a:extLst>
            </p:cNvPr>
            <p:cNvSpPr/>
            <p:nvPr/>
          </p:nvSpPr>
          <p:spPr>
            <a:xfrm>
              <a:off x="1087767" y="3251669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75" name="Cube 274">
              <a:extLst>
                <a:ext uri="{FF2B5EF4-FFF2-40B4-BE49-F238E27FC236}">
                  <a16:creationId xmlns:a16="http://schemas.microsoft.com/office/drawing/2014/main" id="{8D26E3F9-D1F1-CECF-A223-46A42B773515}"/>
                </a:ext>
              </a:extLst>
            </p:cNvPr>
            <p:cNvSpPr/>
            <p:nvPr/>
          </p:nvSpPr>
          <p:spPr>
            <a:xfrm>
              <a:off x="1013241" y="3325113"/>
              <a:ext cx="370702" cy="370702"/>
            </a:xfrm>
            <a:prstGeom prst="cube">
              <a:avLst/>
            </a:prstGeom>
            <a:grpFill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ADDC9FB5-513D-CC3B-5725-072483F00B86}"/>
              </a:ext>
            </a:extLst>
          </p:cNvPr>
          <p:cNvGrpSpPr/>
          <p:nvPr/>
        </p:nvGrpSpPr>
        <p:grpSpPr>
          <a:xfrm>
            <a:off x="4936807" y="3491879"/>
            <a:ext cx="1409499" cy="1906085"/>
            <a:chOff x="840196" y="3664896"/>
            <a:chExt cx="1409499" cy="1906085"/>
          </a:xfrm>
        </p:grpSpPr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42356330-65C4-9822-E5D9-55DFDEEB8A59}"/>
                </a:ext>
              </a:extLst>
            </p:cNvPr>
            <p:cNvCxnSpPr>
              <a:cxnSpLocks/>
            </p:cNvCxnSpPr>
            <p:nvPr/>
          </p:nvCxnSpPr>
          <p:spPr>
            <a:xfrm>
              <a:off x="1154371" y="5220084"/>
              <a:ext cx="109532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D53B3E84-8367-2FD5-3F76-8B75145007B4}"/>
                </a:ext>
              </a:extLst>
            </p:cNvPr>
            <p:cNvSpPr txBox="1"/>
            <p:nvPr/>
          </p:nvSpPr>
          <p:spPr>
            <a:xfrm>
              <a:off x="1640031" y="5201649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dirty="0"/>
                <a:t>X</a:t>
              </a:r>
            </a:p>
          </p:txBody>
        </p: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79A3F3D8-0358-8D89-C291-5204A9F992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4805" y="3754633"/>
              <a:ext cx="316681" cy="34256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5DDD66A0-5A25-365F-C64C-7C7C1E3900E7}"/>
                </a:ext>
              </a:extLst>
            </p:cNvPr>
            <p:cNvSpPr txBox="1"/>
            <p:nvPr/>
          </p:nvSpPr>
          <p:spPr>
            <a:xfrm>
              <a:off x="990581" y="3664896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dirty="0"/>
                <a:t>Y</a:t>
              </a:r>
            </a:p>
          </p:txBody>
        </p: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B403E6BE-7D3A-CF0D-D4F8-2D450324DF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2474" y="4166181"/>
              <a:ext cx="0" cy="94084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D03D1CB9-1CBB-A920-19E1-DF01B43F0B29}"/>
                </a:ext>
              </a:extLst>
            </p:cNvPr>
            <p:cNvSpPr txBox="1"/>
            <p:nvPr/>
          </p:nvSpPr>
          <p:spPr>
            <a:xfrm>
              <a:off x="840196" y="4451935"/>
              <a:ext cx="308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dirty="0"/>
                <a:t>C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28F101C-C3BC-FFDF-18C9-DED048945C71}"/>
              </a:ext>
            </a:extLst>
          </p:cNvPr>
          <p:cNvGrpSpPr/>
          <p:nvPr/>
        </p:nvGrpSpPr>
        <p:grpSpPr>
          <a:xfrm>
            <a:off x="4694349" y="526923"/>
            <a:ext cx="2642027" cy="3604808"/>
            <a:chOff x="4565660" y="384413"/>
            <a:chExt cx="2642027" cy="360480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1B17D9E-456E-BD02-6FF7-86381C533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164862">
              <a:off x="4565660" y="1444654"/>
              <a:ext cx="2617171" cy="2544567"/>
            </a:xfrm>
            <a:prstGeom prst="rect">
              <a:avLst/>
            </a:prstGeom>
            <a:ln w="38100">
              <a:solidFill>
                <a:srgbClr val="00F3F0"/>
              </a:solidFill>
            </a:ln>
            <a:scene3d>
              <a:camera prst="isometricOffAxis2Top"/>
              <a:lightRig rig="threePt" dir="t"/>
            </a:scene3d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17BFCE1-89BA-1244-A1A5-84260D57D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238882">
              <a:off x="4570300" y="940301"/>
              <a:ext cx="2617171" cy="2544567"/>
            </a:xfrm>
            <a:prstGeom prst="rect">
              <a:avLst/>
            </a:prstGeom>
            <a:ln w="38100">
              <a:solidFill>
                <a:srgbClr val="FFFF00"/>
              </a:solidFill>
            </a:ln>
            <a:scene3d>
              <a:camera prst="isometricOffAxis2Top"/>
              <a:lightRig rig="threePt" dir="t"/>
            </a:scene3d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2068737-650B-7467-E42E-563C22BB2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236129">
              <a:off x="4590516" y="384413"/>
              <a:ext cx="2617171" cy="2544567"/>
            </a:xfrm>
            <a:prstGeom prst="rect">
              <a:avLst/>
            </a:prstGeom>
            <a:ln w="38100">
              <a:solidFill>
                <a:srgbClr val="FF00FF"/>
              </a:solidFill>
            </a:ln>
            <a:scene3d>
              <a:camera prst="isometricOffAxis2Top"/>
              <a:lightRig rig="threePt" dir="t"/>
            </a:scene3d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E76F47E-85CD-4823-57E7-D5D7745F7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6056" y="563236"/>
            <a:ext cx="1139063" cy="1139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80EAB9-449C-01F7-91B4-64950BF27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897" y="2610117"/>
            <a:ext cx="1139063" cy="11390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E5CF3F-10E7-C28B-2C2F-61DEAA6D9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897" y="4411605"/>
            <a:ext cx="1139063" cy="113906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A10A844-A852-46E9-561A-8408BBE8FC6E}"/>
              </a:ext>
            </a:extLst>
          </p:cNvPr>
          <p:cNvGrpSpPr/>
          <p:nvPr/>
        </p:nvGrpSpPr>
        <p:grpSpPr>
          <a:xfrm>
            <a:off x="315444" y="225669"/>
            <a:ext cx="1139063" cy="1662813"/>
            <a:chOff x="791944" y="793793"/>
            <a:chExt cx="1509238" cy="198112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31510C0-32D7-6552-4EEC-7F0BD1E0A38D}"/>
                </a:ext>
              </a:extLst>
            </p:cNvPr>
            <p:cNvGrpSpPr/>
            <p:nvPr/>
          </p:nvGrpSpPr>
          <p:grpSpPr>
            <a:xfrm>
              <a:off x="1175929" y="1356626"/>
              <a:ext cx="1125253" cy="870582"/>
              <a:chOff x="288758" y="1473802"/>
              <a:chExt cx="968826" cy="749558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DEBD2F-341C-662D-51A0-D9FE57AA8E86}"/>
                  </a:ext>
                </a:extLst>
              </p:cNvPr>
              <p:cNvSpPr/>
              <p:nvPr/>
            </p:nvSpPr>
            <p:spPr>
              <a:xfrm>
                <a:off x="288758" y="1473802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53CF812-0080-9658-8CBE-A235D1CB984F}"/>
                  </a:ext>
                </a:extLst>
              </p:cNvPr>
              <p:cNvSpPr/>
              <p:nvPr/>
            </p:nvSpPr>
            <p:spPr>
              <a:xfrm>
                <a:off x="531611" y="1473802"/>
                <a:ext cx="241560" cy="24750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334AC23-40D9-74D7-15B6-6B208D40D2BC}"/>
                  </a:ext>
                </a:extLst>
              </p:cNvPr>
              <p:cNvSpPr/>
              <p:nvPr/>
            </p:nvSpPr>
            <p:spPr>
              <a:xfrm>
                <a:off x="774464" y="1473802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A3C26FD-80C0-3F96-5F41-CB4FE1679A3D}"/>
                  </a:ext>
                </a:extLst>
              </p:cNvPr>
              <p:cNvSpPr/>
              <p:nvPr/>
            </p:nvSpPr>
            <p:spPr>
              <a:xfrm>
                <a:off x="1016024" y="1473802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F7B10C8-2ADA-7870-F003-0E99E40B92F3}"/>
                  </a:ext>
                </a:extLst>
              </p:cNvPr>
              <p:cNvSpPr/>
              <p:nvPr/>
            </p:nvSpPr>
            <p:spPr>
              <a:xfrm>
                <a:off x="288758" y="1728346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9174A0C-D197-80E6-2218-95F0FD205D08}"/>
                  </a:ext>
                </a:extLst>
              </p:cNvPr>
              <p:cNvSpPr/>
              <p:nvPr/>
            </p:nvSpPr>
            <p:spPr>
              <a:xfrm>
                <a:off x="531611" y="1728346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4395DE9-B7F0-83C3-F7F0-9C96BE5DAB46}"/>
                  </a:ext>
                </a:extLst>
              </p:cNvPr>
              <p:cNvSpPr/>
              <p:nvPr/>
            </p:nvSpPr>
            <p:spPr>
              <a:xfrm>
                <a:off x="774464" y="1728346"/>
                <a:ext cx="241560" cy="24750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94A7429-9E68-2A38-149F-2CA99DE6850A}"/>
                  </a:ext>
                </a:extLst>
              </p:cNvPr>
              <p:cNvSpPr/>
              <p:nvPr/>
            </p:nvSpPr>
            <p:spPr>
              <a:xfrm>
                <a:off x="1016024" y="1728346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FAC34A0-418B-49B8-FB9A-9B38E52EC7C2}"/>
                  </a:ext>
                </a:extLst>
              </p:cNvPr>
              <p:cNvSpPr/>
              <p:nvPr/>
            </p:nvSpPr>
            <p:spPr>
              <a:xfrm>
                <a:off x="288758" y="1975853"/>
                <a:ext cx="241560" cy="24750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AA83DEF-C299-021A-7F11-77E2B099F8A5}"/>
                  </a:ext>
                </a:extLst>
              </p:cNvPr>
              <p:cNvSpPr/>
              <p:nvPr/>
            </p:nvSpPr>
            <p:spPr>
              <a:xfrm>
                <a:off x="531611" y="1975853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0CD5941-A261-555E-F715-C2D2E2649936}"/>
                  </a:ext>
                </a:extLst>
              </p:cNvPr>
              <p:cNvSpPr/>
              <p:nvPr/>
            </p:nvSpPr>
            <p:spPr>
              <a:xfrm>
                <a:off x="774464" y="1975853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498BAB9-EBA9-A737-BDFF-37508393AE1F}"/>
                  </a:ext>
                </a:extLst>
              </p:cNvPr>
              <p:cNvSpPr/>
              <p:nvPr/>
            </p:nvSpPr>
            <p:spPr>
              <a:xfrm>
                <a:off x="1016024" y="1975853"/>
                <a:ext cx="241560" cy="24750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89D92E0-9C2A-5CB0-2614-F4CC524BB1A5}"/>
                </a:ext>
              </a:extLst>
            </p:cNvPr>
            <p:cNvSpPr txBox="1"/>
            <p:nvPr/>
          </p:nvSpPr>
          <p:spPr>
            <a:xfrm>
              <a:off x="1092267" y="793793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2D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71599A0-3227-80F3-4639-9E02AD93E6AC}"/>
                </a:ext>
              </a:extLst>
            </p:cNvPr>
            <p:cNvCxnSpPr/>
            <p:nvPr/>
          </p:nvCxnSpPr>
          <p:spPr>
            <a:xfrm>
              <a:off x="1152400" y="2338982"/>
              <a:ext cx="109532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3EDABE3-E5D5-EE15-E5BB-A40E297693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3232" y="1325584"/>
              <a:ext cx="0" cy="94084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1C10051-067F-6413-EF47-883B163EF2D6}"/>
                </a:ext>
              </a:extLst>
            </p:cNvPr>
            <p:cNvSpPr txBox="1"/>
            <p:nvPr/>
          </p:nvSpPr>
          <p:spPr>
            <a:xfrm>
              <a:off x="1607466" y="2405587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X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09C407D-1A04-67BC-E513-34BC4B7D6DD7}"/>
                </a:ext>
              </a:extLst>
            </p:cNvPr>
            <p:cNvSpPr txBox="1"/>
            <p:nvPr/>
          </p:nvSpPr>
          <p:spPr>
            <a:xfrm>
              <a:off x="791944" y="1500361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Y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79A22EB-8FC5-205B-2117-19C54898B0EF}"/>
              </a:ext>
            </a:extLst>
          </p:cNvPr>
          <p:cNvGrpSpPr/>
          <p:nvPr/>
        </p:nvGrpSpPr>
        <p:grpSpPr>
          <a:xfrm>
            <a:off x="269479" y="4138581"/>
            <a:ext cx="1139063" cy="1662813"/>
            <a:chOff x="791944" y="793793"/>
            <a:chExt cx="1509238" cy="1981126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4ADE756-3AA9-9F87-CA76-58B452B580AE}"/>
                </a:ext>
              </a:extLst>
            </p:cNvPr>
            <p:cNvGrpSpPr/>
            <p:nvPr/>
          </p:nvGrpSpPr>
          <p:grpSpPr>
            <a:xfrm>
              <a:off x="1175929" y="1356626"/>
              <a:ext cx="1125253" cy="870582"/>
              <a:chOff x="288758" y="1473802"/>
              <a:chExt cx="968826" cy="749558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F534CB0-F47F-2A3B-8818-BF147B31F81D}"/>
                  </a:ext>
                </a:extLst>
              </p:cNvPr>
              <p:cNvSpPr/>
              <p:nvPr/>
            </p:nvSpPr>
            <p:spPr>
              <a:xfrm>
                <a:off x="288758" y="1473802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E221910-27D0-5D55-2F0B-861A598853F9}"/>
                  </a:ext>
                </a:extLst>
              </p:cNvPr>
              <p:cNvSpPr/>
              <p:nvPr/>
            </p:nvSpPr>
            <p:spPr>
              <a:xfrm>
                <a:off x="531611" y="1473802"/>
                <a:ext cx="241560" cy="24750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851CED1-13AB-321E-6E42-9C1E1CA5A083}"/>
                  </a:ext>
                </a:extLst>
              </p:cNvPr>
              <p:cNvSpPr/>
              <p:nvPr/>
            </p:nvSpPr>
            <p:spPr>
              <a:xfrm>
                <a:off x="774464" y="1473802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54D98FC-25E9-5F51-349A-C21518A6BF3D}"/>
                  </a:ext>
                </a:extLst>
              </p:cNvPr>
              <p:cNvSpPr/>
              <p:nvPr/>
            </p:nvSpPr>
            <p:spPr>
              <a:xfrm>
                <a:off x="1016024" y="1473802"/>
                <a:ext cx="241560" cy="2475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2BF6280-62F6-C196-E668-4E6007B00380}"/>
                  </a:ext>
                </a:extLst>
              </p:cNvPr>
              <p:cNvSpPr/>
              <p:nvPr/>
            </p:nvSpPr>
            <p:spPr>
              <a:xfrm>
                <a:off x="288758" y="1728346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9BFC64C-179D-F64E-C44F-270E7D61ED7A}"/>
                  </a:ext>
                </a:extLst>
              </p:cNvPr>
              <p:cNvSpPr/>
              <p:nvPr/>
            </p:nvSpPr>
            <p:spPr>
              <a:xfrm>
                <a:off x="531611" y="1728346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5750E19-45B5-2154-D0B5-D1085697E73A}"/>
                  </a:ext>
                </a:extLst>
              </p:cNvPr>
              <p:cNvSpPr/>
              <p:nvPr/>
            </p:nvSpPr>
            <p:spPr>
              <a:xfrm>
                <a:off x="774464" y="1728346"/>
                <a:ext cx="241560" cy="24750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725A40DA-9720-B362-9716-280F7C94C688}"/>
                  </a:ext>
                </a:extLst>
              </p:cNvPr>
              <p:cNvSpPr/>
              <p:nvPr/>
            </p:nvSpPr>
            <p:spPr>
              <a:xfrm>
                <a:off x="1016024" y="1728346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F2B10A22-C710-CFE5-6D31-B234B3356327}"/>
                  </a:ext>
                </a:extLst>
              </p:cNvPr>
              <p:cNvSpPr/>
              <p:nvPr/>
            </p:nvSpPr>
            <p:spPr>
              <a:xfrm>
                <a:off x="288758" y="1975853"/>
                <a:ext cx="241560" cy="24750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C89303B-D7D3-02A0-BCB1-F6358C30EFFB}"/>
                  </a:ext>
                </a:extLst>
              </p:cNvPr>
              <p:cNvSpPr/>
              <p:nvPr/>
            </p:nvSpPr>
            <p:spPr>
              <a:xfrm>
                <a:off x="531611" y="1975853"/>
                <a:ext cx="241560" cy="24750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92B1412-FD6C-7491-E765-034EA53B0EBD}"/>
                  </a:ext>
                </a:extLst>
              </p:cNvPr>
              <p:cNvSpPr/>
              <p:nvPr/>
            </p:nvSpPr>
            <p:spPr>
              <a:xfrm>
                <a:off x="774464" y="1975853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20FD3E7-B07C-3144-C0F7-2487DDF7452D}"/>
                  </a:ext>
                </a:extLst>
              </p:cNvPr>
              <p:cNvSpPr/>
              <p:nvPr/>
            </p:nvSpPr>
            <p:spPr>
              <a:xfrm>
                <a:off x="1016024" y="1975853"/>
                <a:ext cx="241560" cy="24750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6178399-A51E-112E-6098-CEF95DDD6564}"/>
                </a:ext>
              </a:extLst>
            </p:cNvPr>
            <p:cNvSpPr txBox="1"/>
            <p:nvPr/>
          </p:nvSpPr>
          <p:spPr>
            <a:xfrm>
              <a:off x="1092267" y="793793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2D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D99339C-62AA-CCDE-1792-85A940A35A7C}"/>
                </a:ext>
              </a:extLst>
            </p:cNvPr>
            <p:cNvCxnSpPr/>
            <p:nvPr/>
          </p:nvCxnSpPr>
          <p:spPr>
            <a:xfrm>
              <a:off x="1152400" y="2338982"/>
              <a:ext cx="109532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755C4AD-7D7E-B388-87B2-335AA64531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3232" y="1325584"/>
              <a:ext cx="0" cy="94084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0884AED-A816-0835-B432-BDE126DC5A28}"/>
                </a:ext>
              </a:extLst>
            </p:cNvPr>
            <p:cNvSpPr txBox="1"/>
            <p:nvPr/>
          </p:nvSpPr>
          <p:spPr>
            <a:xfrm>
              <a:off x="1607466" y="2405587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X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6C53E6E-F009-E0C7-8AFE-E104350981DA}"/>
                </a:ext>
              </a:extLst>
            </p:cNvPr>
            <p:cNvSpPr txBox="1"/>
            <p:nvPr/>
          </p:nvSpPr>
          <p:spPr>
            <a:xfrm>
              <a:off x="791944" y="1500361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Y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FBEC7F4-78A1-D966-803B-0E4601CBBE0C}"/>
              </a:ext>
            </a:extLst>
          </p:cNvPr>
          <p:cNvGrpSpPr/>
          <p:nvPr/>
        </p:nvGrpSpPr>
        <p:grpSpPr>
          <a:xfrm>
            <a:off x="269479" y="2402420"/>
            <a:ext cx="1139063" cy="1662813"/>
            <a:chOff x="791944" y="793793"/>
            <a:chExt cx="1509238" cy="198112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F3DEA12-1183-B03A-D98B-5EC2AA08431A}"/>
                </a:ext>
              </a:extLst>
            </p:cNvPr>
            <p:cNvGrpSpPr/>
            <p:nvPr/>
          </p:nvGrpSpPr>
          <p:grpSpPr>
            <a:xfrm>
              <a:off x="1175929" y="1356626"/>
              <a:ext cx="1125253" cy="870582"/>
              <a:chOff x="288758" y="1473802"/>
              <a:chExt cx="968826" cy="749558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D3C9A14-F637-4B41-A485-C830D2645FC4}"/>
                  </a:ext>
                </a:extLst>
              </p:cNvPr>
              <p:cNvSpPr/>
              <p:nvPr/>
            </p:nvSpPr>
            <p:spPr>
              <a:xfrm>
                <a:off x="288758" y="1473802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58ECD938-6CFA-278E-3F78-F9ECA582AE2D}"/>
                  </a:ext>
                </a:extLst>
              </p:cNvPr>
              <p:cNvSpPr/>
              <p:nvPr/>
            </p:nvSpPr>
            <p:spPr>
              <a:xfrm>
                <a:off x="531611" y="1473802"/>
                <a:ext cx="241560" cy="24750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1EB14BAA-4ED2-D583-2FC8-C40C296F7E75}"/>
                  </a:ext>
                </a:extLst>
              </p:cNvPr>
              <p:cNvSpPr/>
              <p:nvPr/>
            </p:nvSpPr>
            <p:spPr>
              <a:xfrm>
                <a:off x="774464" y="1473802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272C7723-DE01-0438-D16E-69C6C96F78E1}"/>
                  </a:ext>
                </a:extLst>
              </p:cNvPr>
              <p:cNvSpPr/>
              <p:nvPr/>
            </p:nvSpPr>
            <p:spPr>
              <a:xfrm>
                <a:off x="1016024" y="1473802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F7EB5A3F-AE36-31D6-B0B8-0DA06E594F80}"/>
                  </a:ext>
                </a:extLst>
              </p:cNvPr>
              <p:cNvSpPr/>
              <p:nvPr/>
            </p:nvSpPr>
            <p:spPr>
              <a:xfrm>
                <a:off x="288758" y="1728346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8EFC88D2-3E90-6767-20F8-8C6B4F0C847A}"/>
                  </a:ext>
                </a:extLst>
              </p:cNvPr>
              <p:cNvSpPr/>
              <p:nvPr/>
            </p:nvSpPr>
            <p:spPr>
              <a:xfrm>
                <a:off x="531611" y="1728346"/>
                <a:ext cx="241560" cy="247507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1B1827E1-EC54-2496-8E91-EC3EFC089199}"/>
                  </a:ext>
                </a:extLst>
              </p:cNvPr>
              <p:cNvSpPr/>
              <p:nvPr/>
            </p:nvSpPr>
            <p:spPr>
              <a:xfrm>
                <a:off x="774464" y="1728346"/>
                <a:ext cx="241560" cy="247507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7D2F81F2-1250-54DA-F232-2A71A75E3A93}"/>
                  </a:ext>
                </a:extLst>
              </p:cNvPr>
              <p:cNvSpPr/>
              <p:nvPr/>
            </p:nvSpPr>
            <p:spPr>
              <a:xfrm>
                <a:off x="1016024" y="1728346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6AA22C32-333F-F2EC-00D2-B8D8F83824C1}"/>
                  </a:ext>
                </a:extLst>
              </p:cNvPr>
              <p:cNvSpPr/>
              <p:nvPr/>
            </p:nvSpPr>
            <p:spPr>
              <a:xfrm>
                <a:off x="288758" y="1975853"/>
                <a:ext cx="241560" cy="24750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99610748-C362-291C-5453-D6940D0D0ADF}"/>
                  </a:ext>
                </a:extLst>
              </p:cNvPr>
              <p:cNvSpPr/>
              <p:nvPr/>
            </p:nvSpPr>
            <p:spPr>
              <a:xfrm>
                <a:off x="531611" y="1975853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6AF86CB-B7BC-67A1-40B5-097E7A4FA31F}"/>
                  </a:ext>
                </a:extLst>
              </p:cNvPr>
              <p:cNvSpPr/>
              <p:nvPr/>
            </p:nvSpPr>
            <p:spPr>
              <a:xfrm>
                <a:off x="774464" y="1975853"/>
                <a:ext cx="241560" cy="2475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AEAFC5F9-89D1-9794-F1AA-BA662F0ABC12}"/>
                  </a:ext>
                </a:extLst>
              </p:cNvPr>
              <p:cNvSpPr/>
              <p:nvPr/>
            </p:nvSpPr>
            <p:spPr>
              <a:xfrm>
                <a:off x="1016024" y="1975853"/>
                <a:ext cx="241560" cy="24750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AC4133A-A253-9E5F-B69F-DBAA519A4C28}"/>
                </a:ext>
              </a:extLst>
            </p:cNvPr>
            <p:cNvSpPr txBox="1"/>
            <p:nvPr/>
          </p:nvSpPr>
          <p:spPr>
            <a:xfrm>
              <a:off x="1092267" y="793793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2D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5D8C93FD-7AB2-9CEA-023F-17717556F7CB}"/>
                </a:ext>
              </a:extLst>
            </p:cNvPr>
            <p:cNvCxnSpPr/>
            <p:nvPr/>
          </p:nvCxnSpPr>
          <p:spPr>
            <a:xfrm>
              <a:off x="1152400" y="2338982"/>
              <a:ext cx="109532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463264D-814A-A42F-9C8E-2DE1FFDD4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3232" y="1325584"/>
              <a:ext cx="0" cy="94084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8789368-A4AD-C5F5-AD36-1E10C4C98CA0}"/>
                </a:ext>
              </a:extLst>
            </p:cNvPr>
            <p:cNvSpPr txBox="1"/>
            <p:nvPr/>
          </p:nvSpPr>
          <p:spPr>
            <a:xfrm>
              <a:off x="1607466" y="2405587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X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1D7806D-FEC5-B7D6-D288-83D9D690E5F8}"/>
                </a:ext>
              </a:extLst>
            </p:cNvPr>
            <p:cNvSpPr txBox="1"/>
            <p:nvPr/>
          </p:nvSpPr>
          <p:spPr>
            <a:xfrm>
              <a:off x="791944" y="1500361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Y</a:t>
              </a:r>
            </a:p>
          </p:txBody>
        </p:sp>
      </p:grpSp>
      <p:sp>
        <p:nvSpPr>
          <p:cNvPr id="134" name="Right Brace 133">
            <a:extLst>
              <a:ext uri="{FF2B5EF4-FFF2-40B4-BE49-F238E27FC236}">
                <a16:creationId xmlns:a16="http://schemas.microsoft.com/office/drawing/2014/main" id="{3189F80F-0ADB-5C95-7DA8-0FFBBB4898F8}"/>
              </a:ext>
            </a:extLst>
          </p:cNvPr>
          <p:cNvSpPr/>
          <p:nvPr/>
        </p:nvSpPr>
        <p:spPr>
          <a:xfrm>
            <a:off x="3294185" y="1345311"/>
            <a:ext cx="615166" cy="380698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C8976F4-6089-8B77-5DDE-212733C9929C}"/>
              </a:ext>
            </a:extLst>
          </p:cNvPr>
          <p:cNvSpPr txBox="1"/>
          <p:nvPr/>
        </p:nvSpPr>
        <p:spPr>
          <a:xfrm>
            <a:off x="4542401" y="3648648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DE" dirty="0"/>
              <a:t>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DC06080-BB6A-D971-734E-475AC18FB85E}"/>
              </a:ext>
            </a:extLst>
          </p:cNvPr>
          <p:cNvCxnSpPr>
            <a:cxnSpLocks/>
            <a:endCxn id="134" idx="1"/>
          </p:cNvCxnSpPr>
          <p:nvPr/>
        </p:nvCxnSpPr>
        <p:spPr>
          <a:xfrm>
            <a:off x="3294185" y="3248802"/>
            <a:ext cx="6151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E52A763-ACC9-B387-5160-348CDD214FA4}"/>
              </a:ext>
            </a:extLst>
          </p:cNvPr>
          <p:cNvSpPr txBox="1"/>
          <p:nvPr/>
        </p:nvSpPr>
        <p:spPr>
          <a:xfrm>
            <a:off x="6667437" y="3677145"/>
            <a:ext cx="1006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magenta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EB07A2-8E78-12CC-F6A1-8A219B0D15F6}"/>
              </a:ext>
            </a:extLst>
          </p:cNvPr>
          <p:cNvSpPr txBox="1"/>
          <p:nvPr/>
        </p:nvSpPr>
        <p:spPr>
          <a:xfrm>
            <a:off x="6666565" y="4344167"/>
            <a:ext cx="1006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cyan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12944B-33F1-2F48-67BD-B412992405CA}"/>
              </a:ext>
            </a:extLst>
          </p:cNvPr>
          <p:cNvSpPr txBox="1"/>
          <p:nvPr/>
        </p:nvSpPr>
        <p:spPr>
          <a:xfrm>
            <a:off x="6673684" y="4017980"/>
            <a:ext cx="1006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yellow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220190-326C-4B39-5AFF-4A9C2660E4C3}"/>
              </a:ext>
            </a:extLst>
          </p:cNvPr>
          <p:cNvSpPr txBox="1"/>
          <p:nvPr/>
        </p:nvSpPr>
        <p:spPr>
          <a:xfrm>
            <a:off x="5066306" y="5397899"/>
            <a:ext cx="2038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Array shape (X, Y, C)</a:t>
            </a:r>
          </a:p>
        </p:txBody>
      </p:sp>
    </p:spTree>
    <p:extLst>
      <p:ext uri="{BB962C8B-B14F-4D97-AF65-F5344CB8AC3E}">
        <p14:creationId xmlns:p14="http://schemas.microsoft.com/office/powerpoint/2010/main" val="141823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Multi channel images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Politi, Antonio</dc:creator>
  <cp:lastModifiedBy>Maula K</cp:lastModifiedBy>
  <cp:revision>8</cp:revision>
  <dcterms:created xsi:type="dcterms:W3CDTF">2025-05-02T09:41:44Z</dcterms:created>
  <dcterms:modified xsi:type="dcterms:W3CDTF">2026-06-11T13:25:46Z</dcterms:modified>
</cp:coreProperties>
</file>